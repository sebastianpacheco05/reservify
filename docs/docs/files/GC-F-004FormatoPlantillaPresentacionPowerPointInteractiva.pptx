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21D_434DFD69.xml" ContentType="application/vnd.ms-powerpoint.comments+xml"/>
  <Override PartName="/ppt/comments/modernComment_22B_1523B216.xml" ContentType="application/vnd.ms-powerpoint.comments+xml"/>
  <Override PartName="/ppt/comments/modernComment_21B_430847FE.xml" ContentType="application/vnd.ms-powerpoint.comments+xml"/>
  <Override PartName="/ppt/comments/modernComment_21C_10C0F3C0.xml" ContentType="application/vnd.ms-powerpoint.comments+xml"/>
  <Override PartName="/ppt/comments/modernComment_233_9BB658D1.xml" ContentType="application/vnd.ms-powerpoint.comments+xml"/>
  <Override PartName="/ppt/comments/modernComment_22D_3032A30.xml" ContentType="application/vnd.ms-powerpoint.comments+xml"/>
  <Override PartName="/ppt/comments/modernComment_218_1B4D6979.xml" ContentType="application/vnd.ms-powerpoint.comments+xml"/>
  <Override PartName="/ppt/comments/modernComment_22C_2461712B.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handoutMasterIdLst>
    <p:handoutMasterId r:id="rId24"/>
  </p:handoutMasterIdLst>
  <p:sldIdLst>
    <p:sldId id="541" r:id="rId2"/>
    <p:sldId id="555" r:id="rId3"/>
    <p:sldId id="539" r:id="rId4"/>
    <p:sldId id="540" r:id="rId5"/>
    <p:sldId id="563" r:id="rId6"/>
    <p:sldId id="557" r:id="rId7"/>
    <p:sldId id="570" r:id="rId8"/>
    <p:sldId id="562" r:id="rId9"/>
    <p:sldId id="569" r:id="rId10"/>
    <p:sldId id="536" r:id="rId11"/>
    <p:sldId id="556" r:id="rId12"/>
    <p:sldId id="565" r:id="rId13"/>
    <p:sldId id="566" r:id="rId14"/>
    <p:sldId id="567" r:id="rId15"/>
    <p:sldId id="568" r:id="rId16"/>
    <p:sldId id="532" r:id="rId17"/>
    <p:sldId id="560" r:id="rId18"/>
    <p:sldId id="561" r:id="rId19"/>
    <p:sldId id="571" r:id="rId20"/>
    <p:sldId id="544" r:id="rId21"/>
    <p:sldId id="531" r:id="rId2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95" userDrawn="1">
          <p15:clr>
            <a:srgbClr val="A4A3A4"/>
          </p15:clr>
        </p15:guide>
        <p15:guide id="2" pos="3840" userDrawn="1">
          <p15:clr>
            <a:srgbClr val="A4A3A4"/>
          </p15:clr>
        </p15:guide>
        <p15:guide id="3" orient="horz" pos="187"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7DD254F-37CE-B72A-D929-E70B54B0ED62}" name="Einit Natalia Barajas Figueroa" initials="EF" userId="S::einit_barajas_soy.sena.edu.co#ext#@sena4.onmicrosoft.com::fc0b25c1-fd4c-4cd6-87fa-59bd7e2a3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C"/>
    <a:srgbClr val="343433"/>
    <a:srgbClr val="FF6C00"/>
    <a:srgbClr val="38AA00"/>
    <a:srgbClr val="766363"/>
    <a:srgbClr val="FFF5EA"/>
    <a:srgbClr val="0032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683166-F7B8-4CFD-8CD2-DC4D91C9ED5A}" v="682" dt="2025-07-11T18:30:50.290"/>
    <p1510:client id="{8454634C-A1F7-F070-3958-3E1E6FA0C748}" v="12" dt="2025-07-10T17:05:30.454"/>
    <p1510:client id="{C3832261-0045-3CC1-D4D5-4D1120B06551}" v="512" dt="2025-07-11T18:24:27.755"/>
    <p1510:client id="{D15E7E5C-EEFA-0C1E-045E-FC7038904B43}" v="59" dt="2025-07-11T18:48:59.268"/>
    <p1510:client id="{EEAFF224-06E2-0F20-43AB-D345F566A1DC}" v="14" dt="2025-07-11T17:30:11.413"/>
    <p1510:client id="{F90F7B87-0E59-F54C-EFC6-EBD8148088A8}" v="46" dt="2025-07-10T21:21:17.621"/>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8" d="100"/>
          <a:sy n="48" d="100"/>
        </p:scale>
        <p:origin x="53" y="706"/>
      </p:cViewPr>
      <p:guideLst>
        <p:guide orient="horz" pos="595"/>
        <p:guide pos="3840"/>
        <p:guide orient="horz" pos="187"/>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bastian Yesid Pacheco Rivera" userId="S::sebastian_ypacheco_soy.sena.edu.co#ext#@sena4.onmicrosoft.com::dd8a3589-baff-4d65-8a7b-223f290a9b59" providerId="AD" clId="Web-{A1F1DF1C-5BA0-8414-EB4B-2552A60DFF20}"/>
    <pc:docChg chg="modSld">
      <pc:chgData name="Sebastian Yesid Pacheco Rivera" userId="S::sebastian_ypacheco_soy.sena.edu.co#ext#@sena4.onmicrosoft.com::dd8a3589-baff-4d65-8a7b-223f290a9b59" providerId="AD" clId="Web-{A1F1DF1C-5BA0-8414-EB4B-2552A60DFF20}" dt="2025-05-09T17:54:07.610" v="30" actId="20577"/>
      <pc:docMkLst>
        <pc:docMk/>
      </pc:docMkLst>
      <pc:sldChg chg="modSp">
        <pc:chgData name="Sebastian Yesid Pacheco Rivera" userId="S::sebastian_ypacheco_soy.sena.edu.co#ext#@sena4.onmicrosoft.com::dd8a3589-baff-4d65-8a7b-223f290a9b59" providerId="AD" clId="Web-{A1F1DF1C-5BA0-8414-EB4B-2552A60DFF20}" dt="2025-05-09T17:54:07.610" v="30" actId="20577"/>
        <pc:sldMkLst>
          <pc:docMk/>
          <pc:sldMk cId="1124616190" sldId="539"/>
        </pc:sldMkLst>
      </pc:sldChg>
      <pc:sldChg chg="addSp delSp modSp">
        <pc:chgData name="Sebastian Yesid Pacheco Rivera" userId="S::sebastian_ypacheco_soy.sena.edu.co#ext#@sena4.onmicrosoft.com::dd8a3589-baff-4d65-8a7b-223f290a9b59" providerId="AD" clId="Web-{A1F1DF1C-5BA0-8414-EB4B-2552A60DFF20}" dt="2025-05-09T17:16:12.473" v="16" actId="1076"/>
        <pc:sldMkLst>
          <pc:docMk/>
          <pc:sldMk cId="3230526153" sldId="544"/>
        </pc:sldMkLst>
      </pc:sldChg>
      <pc:sldChg chg="modSp">
        <pc:chgData name="Sebastian Yesid Pacheco Rivera" userId="S::sebastian_ypacheco_soy.sena.edu.co#ext#@sena4.onmicrosoft.com::dd8a3589-baff-4d65-8a7b-223f290a9b59" providerId="AD" clId="Web-{A1F1DF1C-5BA0-8414-EB4B-2552A60DFF20}" dt="2025-05-09T17:18:16.851" v="23" actId="20577"/>
        <pc:sldMkLst>
          <pc:docMk/>
          <pc:sldMk cId="1630626755" sldId="552"/>
        </pc:sldMkLst>
      </pc:sldChg>
    </pc:docChg>
  </pc:docChgLst>
  <pc:docChgLst>
    <pc:chgData name="Sebastian Yesid Pacheco Rivera" userId="S::sebastian_ypacheco_soy.sena.edu.co#ext#@sena4.onmicrosoft.com::dd8a3589-baff-4d65-8a7b-223f290a9b59" providerId="AD" clId="Web-{B1B0EBF9-2B53-7B87-A7E8-A4035B0B6C1A}"/>
    <pc:docChg chg="addSld delSld modSld">
      <pc:chgData name="Sebastian Yesid Pacheco Rivera" userId="S::sebastian_ypacheco_soy.sena.edu.co#ext#@sena4.onmicrosoft.com::dd8a3589-baff-4d65-8a7b-223f290a9b59" providerId="AD" clId="Web-{B1B0EBF9-2B53-7B87-A7E8-A4035B0B6C1A}" dt="2025-05-08T15:28:57.191" v="28" actId="1076"/>
      <pc:docMkLst>
        <pc:docMk/>
      </pc:docMkLst>
      <pc:sldChg chg="delSp del">
        <pc:chgData name="Sebastian Yesid Pacheco Rivera" userId="S::sebastian_ypacheco_soy.sena.edu.co#ext#@sena4.onmicrosoft.com::dd8a3589-baff-4d65-8a7b-223f290a9b59" providerId="AD" clId="Web-{B1B0EBF9-2B53-7B87-A7E8-A4035B0B6C1A}" dt="2025-05-08T15:23:43.613" v="6"/>
        <pc:sldMkLst>
          <pc:docMk/>
          <pc:sldMk cId="1154380780" sldId="548"/>
        </pc:sldMkLst>
      </pc:sldChg>
      <pc:sldChg chg="addSp delSp modSp add replId">
        <pc:chgData name="Sebastian Yesid Pacheco Rivera" userId="S::sebastian_ypacheco_soy.sena.edu.co#ext#@sena4.onmicrosoft.com::dd8a3589-baff-4d65-8a7b-223f290a9b59" providerId="AD" clId="Web-{B1B0EBF9-2B53-7B87-A7E8-A4035B0B6C1A}" dt="2025-05-08T15:28:13.363" v="20" actId="1076"/>
        <pc:sldMkLst>
          <pc:docMk/>
          <pc:sldMk cId="3718316083" sldId="551"/>
        </pc:sldMkLst>
      </pc:sldChg>
      <pc:sldChg chg="addSp delSp modSp add replId">
        <pc:chgData name="Sebastian Yesid Pacheco Rivera" userId="S::sebastian_ypacheco_soy.sena.edu.co#ext#@sena4.onmicrosoft.com::dd8a3589-baff-4d65-8a7b-223f290a9b59" providerId="AD" clId="Web-{B1B0EBF9-2B53-7B87-A7E8-A4035B0B6C1A}" dt="2025-05-08T15:28:57.191" v="28" actId="1076"/>
        <pc:sldMkLst>
          <pc:docMk/>
          <pc:sldMk cId="1630626755" sldId="552"/>
        </pc:sldMkLst>
      </pc:sldChg>
    </pc:docChg>
  </pc:docChgLst>
  <pc:docChgLst>
    <pc:chgData name="Sebastian Yesid Pacheco Rivera" userId="S::sebastian_ypacheco_soy.sena.edu.co#ext#@sena4.onmicrosoft.com::dd8a3589-baff-4d65-8a7b-223f290a9b59" providerId="AD" clId="Web-{98D0DFDF-7487-F23B-A83A-F12E79EC930E}"/>
    <pc:docChg chg="modSld">
      <pc:chgData name="Sebastian Yesid Pacheco Rivera" userId="S::sebastian_ypacheco_soy.sena.edu.co#ext#@sena4.onmicrosoft.com::dd8a3589-baff-4d65-8a7b-223f290a9b59" providerId="AD" clId="Web-{98D0DFDF-7487-F23B-A83A-F12E79EC930E}" dt="2025-05-08T20:27:02.338" v="21" actId="1076"/>
      <pc:docMkLst>
        <pc:docMk/>
      </pc:docMkLst>
      <pc:sldChg chg="addSp modSp">
        <pc:chgData name="Sebastian Yesid Pacheco Rivera" userId="S::sebastian_ypacheco_soy.sena.edu.co#ext#@sena4.onmicrosoft.com::dd8a3589-baff-4d65-8a7b-223f290a9b59" providerId="AD" clId="Web-{98D0DFDF-7487-F23B-A83A-F12E79EC930E}" dt="2025-05-08T20:27:02.338" v="21" actId="1076"/>
        <pc:sldMkLst>
          <pc:docMk/>
          <pc:sldMk cId="3718316083" sldId="551"/>
        </pc:sldMkLst>
      </pc:sldChg>
      <pc:sldChg chg="addSp delSp modSp">
        <pc:chgData name="Sebastian Yesid Pacheco Rivera" userId="S::sebastian_ypacheco_soy.sena.edu.co#ext#@sena4.onmicrosoft.com::dd8a3589-baff-4d65-8a7b-223f290a9b59" providerId="AD" clId="Web-{98D0DFDF-7487-F23B-A83A-F12E79EC930E}" dt="2025-05-08T18:51:44.535" v="15"/>
        <pc:sldMkLst>
          <pc:docMk/>
          <pc:sldMk cId="1630626755" sldId="552"/>
        </pc:sldMkLst>
      </pc:sldChg>
    </pc:docChg>
  </pc:docChgLst>
  <pc:docChgLst>
    <pc:chgData name="Einit Natalia Barajas Figueroa" userId="S::einit_barajas_soy.sena.edu.co#ext#@sena4.onmicrosoft.com::fc0b25c1-fd4c-4cd6-87fa-59bd7e2a3bf2" providerId="AD" clId="Web-{D15E7E5C-EEFA-0C1E-045E-FC7038904B43}"/>
    <pc:docChg chg="modSld">
      <pc:chgData name="Einit Natalia Barajas Figueroa" userId="S::einit_barajas_soy.sena.edu.co#ext#@sena4.onmicrosoft.com::fc0b25c1-fd4c-4cd6-87fa-59bd7e2a3bf2" providerId="AD" clId="Web-{D15E7E5C-EEFA-0C1E-045E-FC7038904B43}" dt="2025-07-11T18:48:57.565" v="34" actId="20577"/>
      <pc:docMkLst>
        <pc:docMk/>
      </pc:docMkLst>
      <pc:sldChg chg="delSp modSp">
        <pc:chgData name="Einit Natalia Barajas Figueroa" userId="S::einit_barajas_soy.sena.edu.co#ext#@sena4.onmicrosoft.com::fc0b25c1-fd4c-4cd6-87fa-59bd7e2a3bf2" providerId="AD" clId="Web-{D15E7E5C-EEFA-0C1E-045E-FC7038904B43}" dt="2025-07-11T18:44:51.611" v="5"/>
        <pc:sldMkLst>
          <pc:docMk/>
          <pc:sldMk cId="281080768" sldId="540"/>
        </pc:sldMkLst>
        <pc:spChg chg="del mod">
          <ac:chgData name="Einit Natalia Barajas Figueroa" userId="S::einit_barajas_soy.sena.edu.co#ext#@sena4.onmicrosoft.com::fc0b25c1-fd4c-4cd6-87fa-59bd7e2a3bf2" providerId="AD" clId="Web-{D15E7E5C-EEFA-0C1E-045E-FC7038904B43}" dt="2025-07-11T18:44:51.611" v="5"/>
          <ac:spMkLst>
            <pc:docMk/>
            <pc:sldMk cId="281080768" sldId="540"/>
            <ac:spMk id="7" creationId="{43D7E6F2-F79F-C5BE-8836-E85B5D641C6D}"/>
          </ac:spMkLst>
        </pc:spChg>
        <pc:spChg chg="mod">
          <ac:chgData name="Einit Natalia Barajas Figueroa" userId="S::einit_barajas_soy.sena.edu.co#ext#@sena4.onmicrosoft.com::fc0b25c1-fd4c-4cd6-87fa-59bd7e2a3bf2" providerId="AD" clId="Web-{D15E7E5C-EEFA-0C1E-045E-FC7038904B43}" dt="2025-07-11T18:43:54.657" v="2" actId="1076"/>
          <ac:spMkLst>
            <pc:docMk/>
            <pc:sldMk cId="281080768" sldId="540"/>
            <ac:spMk id="14" creationId="{76DE7188-5533-A2DF-3E40-DD6350D24BC7}"/>
          </ac:spMkLst>
        </pc:spChg>
        <pc:picChg chg="mod">
          <ac:chgData name="Einit Natalia Barajas Figueroa" userId="S::einit_barajas_soy.sena.edu.co#ext#@sena4.onmicrosoft.com::fc0b25c1-fd4c-4cd6-87fa-59bd7e2a3bf2" providerId="AD" clId="Web-{D15E7E5C-EEFA-0C1E-045E-FC7038904B43}" dt="2025-07-11T18:43:47.345" v="1" actId="1076"/>
          <ac:picMkLst>
            <pc:docMk/>
            <pc:sldMk cId="281080768" sldId="540"/>
            <ac:picMk id="12" creationId="{617A69D8-52E8-D804-7E39-73A899CA0B81}"/>
          </ac:picMkLst>
        </pc:picChg>
        <pc:picChg chg="mod">
          <ac:chgData name="Einit Natalia Barajas Figueroa" userId="S::einit_barajas_soy.sena.edu.co#ext#@sena4.onmicrosoft.com::fc0b25c1-fd4c-4cd6-87fa-59bd7e2a3bf2" providerId="AD" clId="Web-{D15E7E5C-EEFA-0C1E-045E-FC7038904B43}" dt="2025-07-11T18:43:45.282" v="0" actId="1076"/>
          <ac:picMkLst>
            <pc:docMk/>
            <pc:sldMk cId="281080768" sldId="540"/>
            <ac:picMk id="15" creationId="{4C49229F-6A6E-56BD-23D1-430DD9563E3B}"/>
          </ac:picMkLst>
        </pc:picChg>
      </pc:sldChg>
      <pc:sldChg chg="addSp modSp">
        <pc:chgData name="Einit Natalia Barajas Figueroa" userId="S::einit_barajas_soy.sena.edu.co#ext#@sena4.onmicrosoft.com::fc0b25c1-fd4c-4cd6-87fa-59bd7e2a3bf2" providerId="AD" clId="Web-{D15E7E5C-EEFA-0C1E-045E-FC7038904B43}" dt="2025-07-11T18:48:57.565" v="34" actId="20577"/>
        <pc:sldMkLst>
          <pc:docMk/>
          <pc:sldMk cId="4269885340" sldId="560"/>
        </pc:sldMkLst>
        <pc:spChg chg="add mod">
          <ac:chgData name="Einit Natalia Barajas Figueroa" userId="S::einit_barajas_soy.sena.edu.co#ext#@sena4.onmicrosoft.com::fc0b25c1-fd4c-4cd6-87fa-59bd7e2a3bf2" providerId="AD" clId="Web-{D15E7E5C-EEFA-0C1E-045E-FC7038904B43}" dt="2025-07-11T18:48:57.565" v="34" actId="20577"/>
          <ac:spMkLst>
            <pc:docMk/>
            <pc:sldMk cId="4269885340" sldId="560"/>
            <ac:spMk id="9" creationId="{E10F7781-D239-09A6-DB17-3B9936E466BF}"/>
          </ac:spMkLst>
        </pc:spChg>
        <pc:picChg chg="add mod">
          <ac:chgData name="Einit Natalia Barajas Figueroa" userId="S::einit_barajas_soy.sena.edu.co#ext#@sena4.onmicrosoft.com::fc0b25c1-fd4c-4cd6-87fa-59bd7e2a3bf2" providerId="AD" clId="Web-{D15E7E5C-EEFA-0C1E-045E-FC7038904B43}" dt="2025-07-11T18:48:25.877" v="23" actId="1076"/>
          <ac:picMkLst>
            <pc:docMk/>
            <pc:sldMk cId="4269885340" sldId="560"/>
            <ac:picMk id="5" creationId="{4CA3B681-93C0-45EA-5DBD-4434820B36C7}"/>
          </ac:picMkLst>
        </pc:picChg>
      </pc:sldChg>
      <pc:sldChg chg="addSp modSp">
        <pc:chgData name="Einit Natalia Barajas Figueroa" userId="S::einit_barajas_soy.sena.edu.co#ext#@sena4.onmicrosoft.com::fc0b25c1-fd4c-4cd6-87fa-59bd7e2a3bf2" providerId="AD" clId="Web-{D15E7E5C-EEFA-0C1E-045E-FC7038904B43}" dt="2025-07-11T18:46:50.517" v="20" actId="1076"/>
        <pc:sldMkLst>
          <pc:docMk/>
          <pc:sldMk cId="1382924506" sldId="561"/>
        </pc:sldMkLst>
        <pc:spChg chg="add mod">
          <ac:chgData name="Einit Natalia Barajas Figueroa" userId="S::einit_barajas_soy.sena.edu.co#ext#@sena4.onmicrosoft.com::fc0b25c1-fd4c-4cd6-87fa-59bd7e2a3bf2" providerId="AD" clId="Web-{D15E7E5C-EEFA-0C1E-045E-FC7038904B43}" dt="2025-07-11T18:46:05.049" v="16" actId="20577"/>
          <ac:spMkLst>
            <pc:docMk/>
            <pc:sldMk cId="1382924506" sldId="561"/>
            <ac:spMk id="12" creationId="{CB91A886-876D-5365-3856-B7D246FB01E7}"/>
          </ac:spMkLst>
        </pc:spChg>
        <pc:picChg chg="add mod">
          <ac:chgData name="Einit Natalia Barajas Figueroa" userId="S::einit_barajas_soy.sena.edu.co#ext#@sena4.onmicrosoft.com::fc0b25c1-fd4c-4cd6-87fa-59bd7e2a3bf2" providerId="AD" clId="Web-{D15E7E5C-EEFA-0C1E-045E-FC7038904B43}" dt="2025-07-11T18:46:50.517" v="20" actId="1076"/>
          <ac:picMkLst>
            <pc:docMk/>
            <pc:sldMk cId="1382924506" sldId="561"/>
            <ac:picMk id="13" creationId="{137BE290-819C-1D38-868A-065AE7B7699B}"/>
          </ac:picMkLst>
        </pc:picChg>
      </pc:sldChg>
    </pc:docChg>
  </pc:docChgLst>
  <pc:docChgLst>
    <pc:chgData name="Sebastian Yesid Pacheco Rivera" userId="S::sebastian_ypacheco_soy.sena.edu.co#ext#@sena4.onmicrosoft.com::dd8a3589-baff-4d65-8a7b-223f290a9b59" providerId="AD" clId="Web-{447CE0E0-ED4A-1A61-2D1A-8953F51825D0}"/>
    <pc:docChg chg="modSld sldOrd">
      <pc:chgData name="Sebastian Yesid Pacheco Rivera" userId="S::sebastian_ypacheco_soy.sena.edu.co#ext#@sena4.onmicrosoft.com::dd8a3589-baff-4d65-8a7b-223f290a9b59" providerId="AD" clId="Web-{447CE0E0-ED4A-1A61-2D1A-8953F51825D0}" dt="2025-05-09T22:32:55.513" v="217" actId="20577"/>
      <pc:docMkLst>
        <pc:docMk/>
      </pc:docMkLst>
      <pc:sldChg chg="modSp">
        <pc:chgData name="Sebastian Yesid Pacheco Rivera" userId="S::sebastian_ypacheco_soy.sena.edu.co#ext#@sena4.onmicrosoft.com::dd8a3589-baff-4d65-8a7b-223f290a9b59" providerId="AD" clId="Web-{447CE0E0-ED4A-1A61-2D1A-8953F51825D0}" dt="2025-05-09T22:32:55.513" v="217" actId="20577"/>
        <pc:sldMkLst>
          <pc:docMk/>
          <pc:sldMk cId="458058105" sldId="536"/>
        </pc:sldMkLst>
      </pc:sldChg>
      <pc:sldChg chg="modSp">
        <pc:chgData name="Sebastian Yesid Pacheco Rivera" userId="S::sebastian_ypacheco_soy.sena.edu.co#ext#@sena4.onmicrosoft.com::dd8a3589-baff-4d65-8a7b-223f290a9b59" providerId="AD" clId="Web-{447CE0E0-ED4A-1A61-2D1A-8953F51825D0}" dt="2025-05-09T20:19:58.377" v="28" actId="20577"/>
        <pc:sldMkLst>
          <pc:docMk/>
          <pc:sldMk cId="3038000178" sldId="537"/>
        </pc:sldMkLst>
      </pc:sldChg>
      <pc:sldChg chg="addSp delSp modSp">
        <pc:chgData name="Sebastian Yesid Pacheco Rivera" userId="S::sebastian_ypacheco_soy.sena.edu.co#ext#@sena4.onmicrosoft.com::dd8a3589-baff-4d65-8a7b-223f290a9b59" providerId="AD" clId="Web-{447CE0E0-ED4A-1A61-2D1A-8953F51825D0}" dt="2025-05-09T20:41:27.289" v="113"/>
        <pc:sldMkLst>
          <pc:docMk/>
          <pc:sldMk cId="4085932155" sldId="542"/>
        </pc:sldMkLst>
      </pc:sldChg>
      <pc:sldChg chg="ord">
        <pc:chgData name="Sebastian Yesid Pacheco Rivera" userId="S::sebastian_ypacheco_soy.sena.edu.co#ext#@sena4.onmicrosoft.com::dd8a3589-baff-4d65-8a7b-223f290a9b59" providerId="AD" clId="Web-{447CE0E0-ED4A-1A61-2D1A-8953F51825D0}" dt="2025-05-09T22:27:47.752" v="201"/>
        <pc:sldMkLst>
          <pc:docMk/>
          <pc:sldMk cId="3927921496" sldId="543"/>
        </pc:sldMkLst>
      </pc:sldChg>
      <pc:sldChg chg="delSp modSp">
        <pc:chgData name="Sebastian Yesid Pacheco Rivera" userId="S::sebastian_ypacheco_soy.sena.edu.co#ext#@sena4.onmicrosoft.com::dd8a3589-baff-4d65-8a7b-223f290a9b59" providerId="AD" clId="Web-{447CE0E0-ED4A-1A61-2D1A-8953F51825D0}" dt="2025-05-09T22:27:45.423" v="200" actId="20577"/>
        <pc:sldMkLst>
          <pc:docMk/>
          <pc:sldMk cId="3230526153" sldId="544"/>
        </pc:sldMkLst>
      </pc:sldChg>
      <pc:sldChg chg="addSp delSp modSp">
        <pc:chgData name="Sebastian Yesid Pacheco Rivera" userId="S::sebastian_ypacheco_soy.sena.edu.co#ext#@sena4.onmicrosoft.com::dd8a3589-baff-4d65-8a7b-223f290a9b59" providerId="AD" clId="Web-{447CE0E0-ED4A-1A61-2D1A-8953F51825D0}" dt="2025-05-09T22:30:52.477" v="206"/>
        <pc:sldMkLst>
          <pc:docMk/>
          <pc:sldMk cId="1980261243" sldId="545"/>
        </pc:sldMkLst>
      </pc:sldChg>
      <pc:sldChg chg="addSp delSp modSp">
        <pc:chgData name="Sebastian Yesid Pacheco Rivera" userId="S::sebastian_ypacheco_soy.sena.edu.co#ext#@sena4.onmicrosoft.com::dd8a3589-baff-4d65-8a7b-223f290a9b59" providerId="AD" clId="Web-{447CE0E0-ED4A-1A61-2D1A-8953F51825D0}" dt="2025-05-09T22:22:11.786" v="193"/>
        <pc:sldMkLst>
          <pc:docMk/>
          <pc:sldMk cId="2089533574" sldId="547"/>
        </pc:sldMkLst>
      </pc:sldChg>
      <pc:sldChg chg="modSp">
        <pc:chgData name="Sebastian Yesid Pacheco Rivera" userId="S::sebastian_ypacheco_soy.sena.edu.co#ext#@sena4.onmicrosoft.com::dd8a3589-baff-4d65-8a7b-223f290a9b59" providerId="AD" clId="Web-{447CE0E0-ED4A-1A61-2D1A-8953F51825D0}" dt="2025-05-09T22:29:29.833" v="204" actId="20577"/>
        <pc:sldMkLst>
          <pc:docMk/>
          <pc:sldMk cId="232461337" sldId="553"/>
        </pc:sldMkLst>
      </pc:sldChg>
    </pc:docChg>
  </pc:docChgLst>
  <pc:docChgLst>
    <pc:chgData name="Sebastian Yesid Pacheco Rivera" userId="S::sebastian_ypacheco_soy.sena.edu.co#ext#@sena4.onmicrosoft.com::dd8a3589-baff-4d65-8a7b-223f290a9b59" providerId="AD" clId="Web-{190FF443-5BEA-7562-AB42-E8DA35B6A907}"/>
    <pc:docChg chg="modSld">
      <pc:chgData name="Sebastian Yesid Pacheco Rivera" userId="S::sebastian_ypacheco_soy.sena.edu.co#ext#@sena4.onmicrosoft.com::dd8a3589-baff-4d65-8a7b-223f290a9b59" providerId="AD" clId="Web-{190FF443-5BEA-7562-AB42-E8DA35B6A907}" dt="2025-06-10T18:51:43.031" v="104" actId="20577"/>
      <pc:docMkLst>
        <pc:docMk/>
      </pc:docMkLst>
      <pc:sldChg chg="modSp">
        <pc:chgData name="Sebastian Yesid Pacheco Rivera" userId="S::sebastian_ypacheco_soy.sena.edu.co#ext#@sena4.onmicrosoft.com::dd8a3589-baff-4d65-8a7b-223f290a9b59" providerId="AD" clId="Web-{190FF443-5BEA-7562-AB42-E8DA35B6A907}" dt="2025-06-10T17:34:07.093" v="94" actId="1076"/>
        <pc:sldMkLst>
          <pc:docMk/>
          <pc:sldMk cId="1129184617" sldId="541"/>
        </pc:sldMkLst>
        <pc:spChg chg="mod">
          <ac:chgData name="Sebastian Yesid Pacheco Rivera" userId="S::sebastian_ypacheco_soy.sena.edu.co#ext#@sena4.onmicrosoft.com::dd8a3589-baff-4d65-8a7b-223f290a9b59" providerId="AD" clId="Web-{190FF443-5BEA-7562-AB42-E8DA35B6A907}" dt="2025-06-10T17:34:07.093" v="94" actId="1076"/>
          <ac:spMkLst>
            <pc:docMk/>
            <pc:sldMk cId="1129184617" sldId="541"/>
            <ac:spMk id="5" creationId="{35BFFB67-C3D4-337D-C327-AB25D270EADA}"/>
          </ac:spMkLst>
        </pc:spChg>
      </pc:sldChg>
      <pc:sldChg chg="modSp">
        <pc:chgData name="Sebastian Yesid Pacheco Rivera" userId="S::sebastian_ypacheco_soy.sena.edu.co#ext#@sena4.onmicrosoft.com::dd8a3589-baff-4d65-8a7b-223f290a9b59" providerId="AD" clId="Web-{190FF443-5BEA-7562-AB42-E8DA35B6A907}" dt="2025-06-10T18:51:43.031" v="104" actId="20577"/>
        <pc:sldMkLst>
          <pc:docMk/>
          <pc:sldMk cId="1980261243" sldId="545"/>
        </pc:sldMkLst>
        <pc:spChg chg="mod">
          <ac:chgData name="Sebastian Yesid Pacheco Rivera" userId="S::sebastian_ypacheco_soy.sena.edu.co#ext#@sena4.onmicrosoft.com::dd8a3589-baff-4d65-8a7b-223f290a9b59" providerId="AD" clId="Web-{190FF443-5BEA-7562-AB42-E8DA35B6A907}" dt="2025-06-10T18:51:43.031" v="104" actId="20577"/>
          <ac:spMkLst>
            <pc:docMk/>
            <pc:sldMk cId="1980261243" sldId="545"/>
            <ac:spMk id="3" creationId="{A6C31FC2-6C63-0CB9-C78D-1723D5E9DD66}"/>
          </ac:spMkLst>
        </pc:spChg>
      </pc:sldChg>
      <pc:sldChg chg="addSp delSp modSp">
        <pc:chgData name="Sebastian Yesid Pacheco Rivera" userId="S::sebastian_ypacheco_soy.sena.edu.co#ext#@sena4.onmicrosoft.com::dd8a3589-baff-4d65-8a7b-223f290a9b59" providerId="AD" clId="Web-{190FF443-5BEA-7562-AB42-E8DA35B6A907}" dt="2025-06-10T17:29:45.411" v="24" actId="20577"/>
        <pc:sldMkLst>
          <pc:docMk/>
          <pc:sldMk cId="4269885340" sldId="560"/>
        </pc:sldMkLst>
        <pc:spChg chg="mod">
          <ac:chgData name="Sebastian Yesid Pacheco Rivera" userId="S::sebastian_ypacheco_soy.sena.edu.co#ext#@sena4.onmicrosoft.com::dd8a3589-baff-4d65-8a7b-223f290a9b59" providerId="AD" clId="Web-{190FF443-5BEA-7562-AB42-E8DA35B6A907}" dt="2025-06-10T17:29:45.411" v="24" actId="20577"/>
          <ac:spMkLst>
            <pc:docMk/>
            <pc:sldMk cId="4269885340" sldId="560"/>
            <ac:spMk id="6" creationId="{F12A8F68-C159-460C-8382-57BE0B005779}"/>
          </ac:spMkLst>
        </pc:spChg>
        <pc:picChg chg="add mod">
          <ac:chgData name="Sebastian Yesid Pacheco Rivera" userId="S::sebastian_ypacheco_soy.sena.edu.co#ext#@sena4.onmicrosoft.com::dd8a3589-baff-4d65-8a7b-223f290a9b59" providerId="AD" clId="Web-{190FF443-5BEA-7562-AB42-E8DA35B6A907}" dt="2025-06-10T17:29:40.255" v="19" actId="1076"/>
          <ac:picMkLst>
            <pc:docMk/>
            <pc:sldMk cId="4269885340" sldId="560"/>
            <ac:picMk id="2" creationId="{5E2B832C-8F32-550E-077B-FDA69B399339}"/>
          </ac:picMkLst>
        </pc:picChg>
      </pc:sldChg>
      <pc:sldChg chg="addSp delSp modSp">
        <pc:chgData name="Sebastian Yesid Pacheco Rivera" userId="S::sebastian_ypacheco_soy.sena.edu.co#ext#@sena4.onmicrosoft.com::dd8a3589-baff-4d65-8a7b-223f290a9b59" providerId="AD" clId="Web-{190FF443-5BEA-7562-AB42-E8DA35B6A907}" dt="2025-06-10T17:32:31.167" v="69" actId="1076"/>
        <pc:sldMkLst>
          <pc:docMk/>
          <pc:sldMk cId="1382924506" sldId="561"/>
        </pc:sldMkLst>
        <pc:spChg chg="add mod">
          <ac:chgData name="Sebastian Yesid Pacheco Rivera" userId="S::sebastian_ypacheco_soy.sena.edu.co#ext#@sena4.onmicrosoft.com::dd8a3589-baff-4d65-8a7b-223f290a9b59" providerId="AD" clId="Web-{190FF443-5BEA-7562-AB42-E8DA35B6A907}" dt="2025-06-10T17:31:14.102" v="62" actId="1076"/>
          <ac:spMkLst>
            <pc:docMk/>
            <pc:sldMk cId="1382924506" sldId="561"/>
            <ac:spMk id="3" creationId="{26A7BF56-C83C-52E2-7F66-4D0CB98230D1}"/>
          </ac:spMkLst>
        </pc:spChg>
        <pc:spChg chg="mod">
          <ac:chgData name="Sebastian Yesid Pacheco Rivera" userId="S::sebastian_ypacheco_soy.sena.edu.co#ext#@sena4.onmicrosoft.com::dd8a3589-baff-4d65-8a7b-223f290a9b59" providerId="AD" clId="Web-{190FF443-5BEA-7562-AB42-E8DA35B6A907}" dt="2025-06-10T17:31:14.071" v="61" actId="1076"/>
          <ac:spMkLst>
            <pc:docMk/>
            <pc:sldMk cId="1382924506" sldId="561"/>
            <ac:spMk id="6" creationId="{CF6E60CE-A3A8-5DD3-02DA-E5559D328BDD}"/>
          </ac:spMkLst>
        </pc:spChg>
        <pc:spChg chg="add mod">
          <ac:chgData name="Sebastian Yesid Pacheco Rivera" userId="S::sebastian_ypacheco_soy.sena.edu.co#ext#@sena4.onmicrosoft.com::dd8a3589-baff-4d65-8a7b-223f290a9b59" providerId="AD" clId="Web-{190FF443-5BEA-7562-AB42-E8DA35B6A907}" dt="2025-06-10T17:31:14.149" v="63" actId="1076"/>
          <ac:spMkLst>
            <pc:docMk/>
            <pc:sldMk cId="1382924506" sldId="561"/>
            <ac:spMk id="7" creationId="{1C053E9F-987A-3150-F516-B5332B26E8F0}"/>
          </ac:spMkLst>
        </pc:spChg>
        <pc:picChg chg="add mod">
          <ac:chgData name="Sebastian Yesid Pacheco Rivera" userId="S::sebastian_ypacheco_soy.sena.edu.co#ext#@sena4.onmicrosoft.com::dd8a3589-baff-4d65-8a7b-223f290a9b59" providerId="AD" clId="Web-{190FF443-5BEA-7562-AB42-E8DA35B6A907}" dt="2025-06-10T17:31:22.743" v="67" actId="1076"/>
          <ac:picMkLst>
            <pc:docMk/>
            <pc:sldMk cId="1382924506" sldId="561"/>
            <ac:picMk id="2" creationId="{8085B147-4559-718B-2526-1150B8B6BBA5}"/>
          </ac:picMkLst>
        </pc:picChg>
        <pc:picChg chg="mod">
          <ac:chgData name="Sebastian Yesid Pacheco Rivera" userId="S::sebastian_ypacheco_soy.sena.edu.co#ext#@sena4.onmicrosoft.com::dd8a3589-baff-4d65-8a7b-223f290a9b59" providerId="AD" clId="Web-{190FF443-5BEA-7562-AB42-E8DA35B6A907}" dt="2025-06-10T17:31:22.727" v="66" actId="1076"/>
          <ac:picMkLst>
            <pc:docMk/>
            <pc:sldMk cId="1382924506" sldId="561"/>
            <ac:picMk id="5" creationId="{F4ECFFAF-B61B-C6ED-963C-D3589634901C}"/>
          </ac:picMkLst>
        </pc:picChg>
        <pc:picChg chg="add mod">
          <ac:chgData name="Sebastian Yesid Pacheco Rivera" userId="S::sebastian_ypacheco_soy.sena.edu.co#ext#@sena4.onmicrosoft.com::dd8a3589-baff-4d65-8a7b-223f290a9b59" providerId="AD" clId="Web-{190FF443-5BEA-7562-AB42-E8DA35B6A907}" dt="2025-06-10T17:32:31.167" v="69" actId="1076"/>
          <ac:picMkLst>
            <pc:docMk/>
            <pc:sldMk cId="1382924506" sldId="561"/>
            <ac:picMk id="8" creationId="{07DF8691-D4ED-FE7F-050B-6863516C8169}"/>
          </ac:picMkLst>
        </pc:picChg>
      </pc:sldChg>
    </pc:docChg>
  </pc:docChgLst>
  <pc:docChgLst>
    <pc:chgData name="Sebastian Yesid Pacheco Rivera" userId="S::sebastian_ypacheco_soy.sena.edu.co#ext#@sena4.onmicrosoft.com::dd8a3589-baff-4d65-8a7b-223f290a9b59" providerId="AD" clId="Web-{1506FF3F-2E57-B2B6-6A08-186F5F06B7C5}"/>
    <pc:docChg chg="modSld">
      <pc:chgData name="Sebastian Yesid Pacheco Rivera" userId="S::sebastian_ypacheco_soy.sena.edu.co#ext#@sena4.onmicrosoft.com::dd8a3589-baff-4d65-8a7b-223f290a9b59" providerId="AD" clId="Web-{1506FF3F-2E57-B2B6-6A08-186F5F06B7C5}" dt="2025-05-08T22:24:14.476" v="16" actId="14100"/>
      <pc:docMkLst>
        <pc:docMk/>
      </pc:docMkLst>
      <pc:sldChg chg="addSp delSp modSp">
        <pc:chgData name="Sebastian Yesid Pacheco Rivera" userId="S::sebastian_ypacheco_soy.sena.edu.co#ext#@sena4.onmicrosoft.com::dd8a3589-baff-4d65-8a7b-223f290a9b59" providerId="AD" clId="Web-{1506FF3F-2E57-B2B6-6A08-186F5F06B7C5}" dt="2025-05-08T22:23:31.039" v="11" actId="1076"/>
        <pc:sldMkLst>
          <pc:docMk/>
          <pc:sldMk cId="3718316083" sldId="551"/>
        </pc:sldMkLst>
      </pc:sldChg>
      <pc:sldChg chg="addSp modSp">
        <pc:chgData name="Sebastian Yesid Pacheco Rivera" userId="S::sebastian_ypacheco_soy.sena.edu.co#ext#@sena4.onmicrosoft.com::dd8a3589-baff-4d65-8a7b-223f290a9b59" providerId="AD" clId="Web-{1506FF3F-2E57-B2B6-6A08-186F5F06B7C5}" dt="2025-05-08T22:24:14.476" v="16" actId="14100"/>
        <pc:sldMkLst>
          <pc:docMk/>
          <pc:sldMk cId="1630626755" sldId="552"/>
        </pc:sldMkLst>
      </pc:sldChg>
    </pc:docChg>
  </pc:docChgLst>
  <pc:docChgLst>
    <pc:chgData name="Einit Natalia Barajas Figueroa" userId="S::einit_barajas_soy.sena.edu.co#ext#@sena4.onmicrosoft.com::fc0b25c1-fd4c-4cd6-87fa-59bd7e2a3bf2" providerId="AD" clId="Web-{D8804787-582B-1801-E9F5-590113EF1867}"/>
    <pc:docChg chg="addSld delSld modSld sldOrd">
      <pc:chgData name="Einit Natalia Barajas Figueroa" userId="S::einit_barajas_soy.sena.edu.co#ext#@sena4.onmicrosoft.com::fc0b25c1-fd4c-4cd6-87fa-59bd7e2a3bf2" providerId="AD" clId="Web-{D8804787-582B-1801-E9F5-590113EF1867}" dt="2025-05-14T20:52:55.557" v="106"/>
      <pc:docMkLst>
        <pc:docMk/>
      </pc:docMkLst>
      <pc:sldChg chg="addSp delSp modSp ord">
        <pc:chgData name="Einit Natalia Barajas Figueroa" userId="S::einit_barajas_soy.sena.edu.co#ext#@sena4.onmicrosoft.com::fc0b25c1-fd4c-4cd6-87fa-59bd7e2a3bf2" providerId="AD" clId="Web-{D8804787-582B-1801-E9F5-590113EF1867}" dt="2025-05-14T20:51:51.039" v="105" actId="1076"/>
        <pc:sldMkLst>
          <pc:docMk/>
          <pc:sldMk cId="458058105" sldId="536"/>
        </pc:sldMkLst>
      </pc:sldChg>
      <pc:sldChg chg="modSp">
        <pc:chgData name="Einit Natalia Barajas Figueroa" userId="S::einit_barajas_soy.sena.edu.co#ext#@sena4.onmicrosoft.com::fc0b25c1-fd4c-4cd6-87fa-59bd7e2a3bf2" providerId="AD" clId="Web-{D8804787-582B-1801-E9F5-590113EF1867}" dt="2025-05-14T20:36:59.837" v="61" actId="1076"/>
        <pc:sldMkLst>
          <pc:docMk/>
          <pc:sldMk cId="3038000178" sldId="537"/>
        </pc:sldMkLst>
      </pc:sldChg>
      <pc:sldChg chg="modSp">
        <pc:chgData name="Einit Natalia Barajas Figueroa" userId="S::einit_barajas_soy.sena.edu.co#ext#@sena4.onmicrosoft.com::fc0b25c1-fd4c-4cd6-87fa-59bd7e2a3bf2" providerId="AD" clId="Web-{D8804787-582B-1801-E9F5-590113EF1867}" dt="2025-05-14T20:36:25.492" v="45" actId="20577"/>
        <pc:sldMkLst>
          <pc:docMk/>
          <pc:sldMk cId="281080768" sldId="540"/>
        </pc:sldMkLst>
      </pc:sldChg>
      <pc:sldChg chg="modSp">
        <pc:chgData name="Einit Natalia Barajas Figueroa" userId="S::einit_barajas_soy.sena.edu.co#ext#@sena4.onmicrosoft.com::fc0b25c1-fd4c-4cd6-87fa-59bd7e2a3bf2" providerId="AD" clId="Web-{D8804787-582B-1801-E9F5-590113EF1867}" dt="2025-05-14T20:37:11.884" v="62" actId="20577"/>
        <pc:sldMkLst>
          <pc:docMk/>
          <pc:sldMk cId="1980261243" sldId="545"/>
        </pc:sldMkLst>
      </pc:sldChg>
      <pc:sldChg chg="addSp delSp modSp mod setBg">
        <pc:chgData name="Einit Natalia Barajas Figueroa" userId="S::einit_barajas_soy.sena.edu.co#ext#@sena4.onmicrosoft.com::fc0b25c1-fd4c-4cd6-87fa-59bd7e2a3bf2" providerId="AD" clId="Web-{D8804787-582B-1801-E9F5-590113EF1867}" dt="2025-05-14T20:52:55.557" v="106"/>
        <pc:sldMkLst>
          <pc:docMk/>
          <pc:sldMk cId="721919092" sldId="549"/>
        </pc:sldMkLst>
      </pc:sldChg>
      <pc:sldChg chg="addSp delSp modSp">
        <pc:chgData name="Einit Natalia Barajas Figueroa" userId="S::einit_barajas_soy.sena.edu.co#ext#@sena4.onmicrosoft.com::fc0b25c1-fd4c-4cd6-87fa-59bd7e2a3bf2" providerId="AD" clId="Web-{D8804787-582B-1801-E9F5-590113EF1867}" dt="2025-05-14T20:34:23.847" v="40" actId="14100"/>
        <pc:sldMkLst>
          <pc:docMk/>
          <pc:sldMk cId="1988322222" sldId="550"/>
        </pc:sldMkLst>
      </pc:sldChg>
      <pc:sldChg chg="del">
        <pc:chgData name="Einit Natalia Barajas Figueroa" userId="S::einit_barajas_soy.sena.edu.co#ext#@sena4.onmicrosoft.com::fc0b25c1-fd4c-4cd6-87fa-59bd7e2a3bf2" providerId="AD" clId="Web-{D8804787-582B-1801-E9F5-590113EF1867}" dt="2025-05-14T20:45:04.994" v="65"/>
        <pc:sldMkLst>
          <pc:docMk/>
          <pc:sldMk cId="244571600" sldId="554"/>
        </pc:sldMkLst>
      </pc:sldChg>
      <pc:sldChg chg="add ord replId">
        <pc:chgData name="Einit Natalia Barajas Figueroa" userId="S::einit_barajas_soy.sena.edu.co#ext#@sena4.onmicrosoft.com::fc0b25c1-fd4c-4cd6-87fa-59bd7e2a3bf2" providerId="AD" clId="Web-{D8804787-582B-1801-E9F5-590113EF1867}" dt="2025-05-14T20:44:57.306" v="64"/>
        <pc:sldMkLst>
          <pc:docMk/>
          <pc:sldMk cId="610365739" sldId="556"/>
        </pc:sldMkLst>
      </pc:sldChg>
      <pc:sldChg chg="add replId">
        <pc:chgData name="Einit Natalia Barajas Figueroa" userId="S::einit_barajas_soy.sena.edu.co#ext#@sena4.onmicrosoft.com::fc0b25c1-fd4c-4cd6-87fa-59bd7e2a3bf2" providerId="AD" clId="Web-{D8804787-582B-1801-E9F5-590113EF1867}" dt="2025-05-14T20:45:11.088" v="66"/>
        <pc:sldMkLst>
          <pc:docMk/>
          <pc:sldMk cId="50539056" sldId="557"/>
        </pc:sldMkLst>
      </pc:sldChg>
    </pc:docChg>
  </pc:docChgLst>
  <pc:docChgLst>
    <pc:chgData name="Sebastian Yesid Pacheco Rivera" userId="S::sebastian_ypacheco_soy.sena.edu.co#ext#@sena4.onmicrosoft.com::dd8a3589-baff-4d65-8a7b-223f290a9b59" providerId="AD" clId="Web-{647DC370-F963-5B20-72B3-505325046F98}"/>
    <pc:docChg chg="addSld delSld modSld sldOrd">
      <pc:chgData name="Sebastian Yesid Pacheco Rivera" userId="S::sebastian_ypacheco_soy.sena.edu.co#ext#@sena4.onmicrosoft.com::dd8a3589-baff-4d65-8a7b-223f290a9b59" providerId="AD" clId="Web-{647DC370-F963-5B20-72B3-505325046F98}" dt="2025-05-16T21:36:36.466" v="95" actId="20577"/>
      <pc:docMkLst>
        <pc:docMk/>
      </pc:docMkLst>
      <pc:sldChg chg="ord">
        <pc:chgData name="Sebastian Yesid Pacheco Rivera" userId="S::sebastian_ypacheco_soy.sena.edu.co#ext#@sena4.onmicrosoft.com::dd8a3589-baff-4d65-8a7b-223f290a9b59" providerId="AD" clId="Web-{647DC370-F963-5B20-72B3-505325046F98}" dt="2025-05-16T21:35:30.493" v="68"/>
        <pc:sldMkLst>
          <pc:docMk/>
          <pc:sldMk cId="2269292441" sldId="532"/>
        </pc:sldMkLst>
      </pc:sldChg>
      <pc:sldChg chg="addSp delSp modSp ord">
        <pc:chgData name="Sebastian Yesid Pacheco Rivera" userId="S::sebastian_ypacheco_soy.sena.edu.co#ext#@sena4.onmicrosoft.com::dd8a3589-baff-4d65-8a7b-223f290a9b59" providerId="AD" clId="Web-{647DC370-F963-5B20-72B3-505325046F98}" dt="2025-05-16T21:36:13.667" v="86" actId="20577"/>
        <pc:sldMkLst>
          <pc:docMk/>
          <pc:sldMk cId="4269885340" sldId="560"/>
        </pc:sldMkLst>
      </pc:sldChg>
      <pc:sldChg chg="addSp delSp modSp add ord replId">
        <pc:chgData name="Sebastian Yesid Pacheco Rivera" userId="S::sebastian_ypacheco_soy.sena.edu.co#ext#@sena4.onmicrosoft.com::dd8a3589-baff-4d65-8a7b-223f290a9b59" providerId="AD" clId="Web-{647DC370-F963-5B20-72B3-505325046F98}" dt="2025-05-16T21:36:36.466" v="95" actId="20577"/>
        <pc:sldMkLst>
          <pc:docMk/>
          <pc:sldMk cId="1382924506" sldId="561"/>
        </pc:sldMkLst>
      </pc:sldChg>
      <pc:sldChg chg="add del replId">
        <pc:chgData name="Sebastian Yesid Pacheco Rivera" userId="S::sebastian_ypacheco_soy.sena.edu.co#ext#@sena4.onmicrosoft.com::dd8a3589-baff-4d65-8a7b-223f290a9b59" providerId="AD" clId="Web-{647DC370-F963-5B20-72B3-505325046F98}" dt="2025-05-16T21:35:33.493" v="70"/>
        <pc:sldMkLst>
          <pc:docMk/>
          <pc:sldMk cId="2209689562" sldId="562"/>
        </pc:sldMkLst>
      </pc:sldChg>
    </pc:docChg>
  </pc:docChgLst>
  <pc:docChgLst>
    <pc:chgData name="Sebastian Yesid Pacheco Rivera" userId="S::sebastian_ypacheco_soy.sena.edu.co#ext#@sena4.onmicrosoft.com::dd8a3589-baff-4d65-8a7b-223f290a9b59" providerId="AD" clId="Web-{F90F7B87-0E59-F54C-EFC6-EBD8148088A8}"/>
    <pc:docChg chg="modSld">
      <pc:chgData name="Sebastian Yesid Pacheco Rivera" userId="S::sebastian_ypacheco_soy.sena.edu.co#ext#@sena4.onmicrosoft.com::dd8a3589-baff-4d65-8a7b-223f290a9b59" providerId="AD" clId="Web-{F90F7B87-0E59-F54C-EFC6-EBD8148088A8}" dt="2025-07-10T21:21:17.621" v="28" actId="1076"/>
      <pc:docMkLst>
        <pc:docMk/>
      </pc:docMkLst>
      <pc:sldChg chg="addSp delSp">
        <pc:chgData name="Sebastian Yesid Pacheco Rivera" userId="S::sebastian_ypacheco_soy.sena.edu.co#ext#@sena4.onmicrosoft.com::dd8a3589-baff-4d65-8a7b-223f290a9b59" providerId="AD" clId="Web-{F90F7B87-0E59-F54C-EFC6-EBD8148088A8}" dt="2025-07-10T21:21:03.949" v="25"/>
        <pc:sldMkLst>
          <pc:docMk/>
          <pc:sldMk cId="281080768" sldId="540"/>
        </pc:sldMkLst>
        <pc:picChg chg="add">
          <ac:chgData name="Sebastian Yesid Pacheco Rivera" userId="S::sebastian_ypacheco_soy.sena.edu.co#ext#@sena4.onmicrosoft.com::dd8a3589-baff-4d65-8a7b-223f290a9b59" providerId="AD" clId="Web-{F90F7B87-0E59-F54C-EFC6-EBD8148088A8}" dt="2025-07-10T21:21:03.949" v="25"/>
          <ac:picMkLst>
            <pc:docMk/>
            <pc:sldMk cId="281080768" sldId="540"/>
            <ac:picMk id="3" creationId="{3395CE1F-15C5-FB4C-71C0-A5B55A9147BA}"/>
          </ac:picMkLst>
        </pc:picChg>
        <pc:picChg chg="del">
          <ac:chgData name="Sebastian Yesid Pacheco Rivera" userId="S::sebastian_ypacheco_soy.sena.edu.co#ext#@sena4.onmicrosoft.com::dd8a3589-baff-4d65-8a7b-223f290a9b59" providerId="AD" clId="Web-{F90F7B87-0E59-F54C-EFC6-EBD8148088A8}" dt="2025-07-10T21:21:03.574" v="24"/>
          <ac:picMkLst>
            <pc:docMk/>
            <pc:sldMk cId="281080768" sldId="540"/>
            <ac:picMk id="6" creationId="{DCC1AE0D-D21A-E640-47FA-5D6050DD0479}"/>
          </ac:picMkLst>
        </pc:picChg>
      </pc:sldChg>
      <pc:sldChg chg="addSp delSp modSp">
        <pc:chgData name="Sebastian Yesid Pacheco Rivera" userId="S::sebastian_ypacheco_soy.sena.edu.co#ext#@sena4.onmicrosoft.com::dd8a3589-baff-4d65-8a7b-223f290a9b59" providerId="AD" clId="Web-{F90F7B87-0E59-F54C-EFC6-EBD8148088A8}" dt="2025-07-10T21:21:17.621" v="28" actId="1076"/>
        <pc:sldMkLst>
          <pc:docMk/>
          <pc:sldMk cId="1129184617" sldId="541"/>
        </pc:sldMkLst>
        <pc:picChg chg="del">
          <ac:chgData name="Sebastian Yesid Pacheco Rivera" userId="S::sebastian_ypacheco_soy.sena.edu.co#ext#@sena4.onmicrosoft.com::dd8a3589-baff-4d65-8a7b-223f290a9b59" providerId="AD" clId="Web-{F90F7B87-0E59-F54C-EFC6-EBD8148088A8}" dt="2025-07-10T21:21:10.949" v="26"/>
          <ac:picMkLst>
            <pc:docMk/>
            <pc:sldMk cId="1129184617" sldId="541"/>
            <ac:picMk id="8" creationId="{678E3BA3-52B4-C871-4F61-20DEA37BDD43}"/>
          </ac:picMkLst>
        </pc:picChg>
        <pc:picChg chg="add mod">
          <ac:chgData name="Sebastian Yesid Pacheco Rivera" userId="S::sebastian_ypacheco_soy.sena.edu.co#ext#@sena4.onmicrosoft.com::dd8a3589-baff-4d65-8a7b-223f290a9b59" providerId="AD" clId="Web-{F90F7B87-0E59-F54C-EFC6-EBD8148088A8}" dt="2025-07-10T21:21:17.621" v="28" actId="1076"/>
          <ac:picMkLst>
            <pc:docMk/>
            <pc:sldMk cId="1129184617" sldId="541"/>
            <ac:picMk id="9" creationId="{382F451D-BE94-95C3-A900-450B66A2FE72}"/>
          </ac:picMkLst>
        </pc:picChg>
      </pc:sldChg>
      <pc:sldChg chg="modSp">
        <pc:chgData name="Sebastian Yesid Pacheco Rivera" userId="S::sebastian_ypacheco_soy.sena.edu.co#ext#@sena4.onmicrosoft.com::dd8a3589-baff-4d65-8a7b-223f290a9b59" providerId="AD" clId="Web-{F90F7B87-0E59-F54C-EFC6-EBD8148088A8}" dt="2025-07-10T20:09:12.966" v="17" actId="20577"/>
        <pc:sldMkLst>
          <pc:docMk/>
          <pc:sldMk cId="1980261243" sldId="545"/>
        </pc:sldMkLst>
        <pc:spChg chg="mod">
          <ac:chgData name="Sebastian Yesid Pacheco Rivera" userId="S::sebastian_ypacheco_soy.sena.edu.co#ext#@sena4.onmicrosoft.com::dd8a3589-baff-4d65-8a7b-223f290a9b59" providerId="AD" clId="Web-{F90F7B87-0E59-F54C-EFC6-EBD8148088A8}" dt="2025-07-10T20:09:12.966" v="17" actId="20577"/>
          <ac:spMkLst>
            <pc:docMk/>
            <pc:sldMk cId="1980261243" sldId="545"/>
            <ac:spMk id="3" creationId="{A6C31FC2-6C63-0CB9-C78D-1723D5E9DD66}"/>
          </ac:spMkLst>
        </pc:spChg>
      </pc:sldChg>
      <pc:sldChg chg="addSp delSp modSp">
        <pc:chgData name="Sebastian Yesid Pacheco Rivera" userId="S::sebastian_ypacheco_soy.sena.edu.co#ext#@sena4.onmicrosoft.com::dd8a3589-baff-4d65-8a7b-223f290a9b59" providerId="AD" clId="Web-{F90F7B87-0E59-F54C-EFC6-EBD8148088A8}" dt="2025-07-10T21:20:52.153" v="23" actId="14100"/>
        <pc:sldMkLst>
          <pc:docMk/>
          <pc:sldMk cId="610365739" sldId="556"/>
        </pc:sldMkLst>
        <pc:picChg chg="add mod">
          <ac:chgData name="Sebastian Yesid Pacheco Rivera" userId="S::sebastian_ypacheco_soy.sena.edu.co#ext#@sena4.onmicrosoft.com::dd8a3589-baff-4d65-8a7b-223f290a9b59" providerId="AD" clId="Web-{F90F7B87-0E59-F54C-EFC6-EBD8148088A8}" dt="2025-07-10T21:20:52.153" v="23" actId="14100"/>
          <ac:picMkLst>
            <pc:docMk/>
            <pc:sldMk cId="610365739" sldId="556"/>
            <ac:picMk id="2" creationId="{A91BE5AA-9672-3A45-6963-A26067553D2A}"/>
          </ac:picMkLst>
        </pc:picChg>
        <pc:picChg chg="del">
          <ac:chgData name="Sebastian Yesid Pacheco Rivera" userId="S::sebastian_ypacheco_soy.sena.edu.co#ext#@sena4.onmicrosoft.com::dd8a3589-baff-4d65-8a7b-223f290a9b59" providerId="AD" clId="Web-{F90F7B87-0E59-F54C-EFC6-EBD8148088A8}" dt="2025-07-10T21:20:40.606" v="21"/>
          <ac:picMkLst>
            <pc:docMk/>
            <pc:sldMk cId="610365739" sldId="556"/>
            <ac:picMk id="6" creationId="{E61B26D8-B525-5FBB-3FA5-4A31ADD0F73B}"/>
          </ac:picMkLst>
        </pc:picChg>
      </pc:sldChg>
    </pc:docChg>
  </pc:docChgLst>
  <pc:docChgLst>
    <pc:chgData name="Einit Natalia Barajas Figueroa" userId="S::einit_barajas_soy.sena.edu.co#ext#@sena4.onmicrosoft.com::fc0b25c1-fd4c-4cd6-87fa-59bd7e2a3bf2" providerId="AD" clId="Web-{DCFE53D9-DC85-7B05-519A-142E1D05FAA4}"/>
    <pc:docChg chg="addSld delSld modSld sldOrd">
      <pc:chgData name="Einit Natalia Barajas Figueroa" userId="S::einit_barajas_soy.sena.edu.co#ext#@sena4.onmicrosoft.com::fc0b25c1-fd4c-4cd6-87fa-59bd7e2a3bf2" providerId="AD" clId="Web-{DCFE53D9-DC85-7B05-519A-142E1D05FAA4}" dt="2025-05-14T19:05:17.034" v="258" actId="14100"/>
      <pc:docMkLst>
        <pc:docMk/>
      </pc:docMkLst>
      <pc:sldChg chg="modSp">
        <pc:chgData name="Einit Natalia Barajas Figueroa" userId="S::einit_barajas_soy.sena.edu.co#ext#@sena4.onmicrosoft.com::fc0b25c1-fd4c-4cd6-87fa-59bd7e2a3bf2" providerId="AD" clId="Web-{DCFE53D9-DC85-7B05-519A-142E1D05FAA4}" dt="2025-05-14T18:52:08.047" v="185" actId="20577"/>
        <pc:sldMkLst>
          <pc:docMk/>
          <pc:sldMk cId="281080768" sldId="540"/>
        </pc:sldMkLst>
      </pc:sldChg>
      <pc:sldChg chg="addSp modSp">
        <pc:chgData name="Einit Natalia Barajas Figueroa" userId="S::einit_barajas_soy.sena.edu.co#ext#@sena4.onmicrosoft.com::fc0b25c1-fd4c-4cd6-87fa-59bd7e2a3bf2" providerId="AD" clId="Web-{DCFE53D9-DC85-7B05-519A-142E1D05FAA4}" dt="2025-05-14T18:36:49.136" v="28" actId="1076"/>
        <pc:sldMkLst>
          <pc:docMk/>
          <pc:sldMk cId="1129184617" sldId="541"/>
        </pc:sldMkLst>
      </pc:sldChg>
      <pc:sldChg chg="modSp">
        <pc:chgData name="Einit Natalia Barajas Figueroa" userId="S::einit_barajas_soy.sena.edu.co#ext#@sena4.onmicrosoft.com::fc0b25c1-fd4c-4cd6-87fa-59bd7e2a3bf2" providerId="AD" clId="Web-{DCFE53D9-DC85-7B05-519A-142E1D05FAA4}" dt="2025-05-14T18:57:14.945" v="253" actId="20577"/>
        <pc:sldMkLst>
          <pc:docMk/>
          <pc:sldMk cId="1980261243" sldId="545"/>
        </pc:sldMkLst>
      </pc:sldChg>
      <pc:sldChg chg="addSp delSp modSp">
        <pc:chgData name="Einit Natalia Barajas Figueroa" userId="S::einit_barajas_soy.sena.edu.co#ext#@sena4.onmicrosoft.com::fc0b25c1-fd4c-4cd6-87fa-59bd7e2a3bf2" providerId="AD" clId="Web-{DCFE53D9-DC85-7B05-519A-142E1D05FAA4}" dt="2025-05-14T19:05:17.034" v="258" actId="14100"/>
        <pc:sldMkLst>
          <pc:docMk/>
          <pc:sldMk cId="1630626755" sldId="552"/>
        </pc:sldMkLst>
      </pc:sldChg>
      <pc:sldChg chg="addSp delSp modSp add mod ord replId setBg">
        <pc:chgData name="Einit Natalia Barajas Figueroa" userId="S::einit_barajas_soy.sena.edu.co#ext#@sena4.onmicrosoft.com::fc0b25c1-fd4c-4cd6-87fa-59bd7e2a3bf2" providerId="AD" clId="Web-{DCFE53D9-DC85-7B05-519A-142E1D05FAA4}" dt="2025-05-14T18:51:04.890" v="181" actId="20577"/>
        <pc:sldMkLst>
          <pc:docMk/>
          <pc:sldMk cId="354660886" sldId="555"/>
        </pc:sldMkLst>
      </pc:sldChg>
      <pc:sldChg chg="add del ord replId">
        <pc:chgData name="Einit Natalia Barajas Figueroa" userId="S::einit_barajas_soy.sena.edu.co#ext#@sena4.onmicrosoft.com::fc0b25c1-fd4c-4cd6-87fa-59bd7e2a3bf2" providerId="AD" clId="Web-{DCFE53D9-DC85-7B05-519A-142E1D05FAA4}" dt="2025-05-14T18:37:27.184" v="31"/>
        <pc:sldMkLst>
          <pc:docMk/>
          <pc:sldMk cId="840845773" sldId="555"/>
        </pc:sldMkLst>
      </pc:sldChg>
    </pc:docChg>
  </pc:docChgLst>
  <pc:docChgLst>
    <pc:chgData name="Einit Natalia Barajas Figueroa" userId="S::einit_barajas_soy.sena.edu.co#ext#@sena4.onmicrosoft.com::fc0b25c1-fd4c-4cd6-87fa-59bd7e2a3bf2" providerId="AD" clId="Web-{B4AE5903-6C33-BCB0-85C9-241B4FFD6E32}"/>
    <pc:docChg chg="modSld">
      <pc:chgData name="Einit Natalia Barajas Figueroa" userId="S::einit_barajas_soy.sena.edu.co#ext#@sena4.onmicrosoft.com::fc0b25c1-fd4c-4cd6-87fa-59bd7e2a3bf2" providerId="AD" clId="Web-{B4AE5903-6C33-BCB0-85C9-241B4FFD6E32}" dt="2025-06-25T21:29:40.984" v="26" actId="14100"/>
      <pc:docMkLst>
        <pc:docMk/>
      </pc:docMkLst>
      <pc:sldChg chg="modSp">
        <pc:chgData name="Einit Natalia Barajas Figueroa" userId="S::einit_barajas_soy.sena.edu.co#ext#@sena4.onmicrosoft.com::fc0b25c1-fd4c-4cd6-87fa-59bd7e2a3bf2" providerId="AD" clId="Web-{B4AE5903-6C33-BCB0-85C9-241B4FFD6E32}" dt="2025-06-25T20:25:26.908" v="0" actId="1076"/>
        <pc:sldMkLst>
          <pc:docMk/>
          <pc:sldMk cId="1988322222" sldId="550"/>
        </pc:sldMkLst>
        <pc:picChg chg="mod">
          <ac:chgData name="Einit Natalia Barajas Figueroa" userId="S::einit_barajas_soy.sena.edu.co#ext#@sena4.onmicrosoft.com::fc0b25c1-fd4c-4cd6-87fa-59bd7e2a3bf2" providerId="AD" clId="Web-{B4AE5903-6C33-BCB0-85C9-241B4FFD6E32}" dt="2025-06-25T20:25:26.908" v="0" actId="1076"/>
          <ac:picMkLst>
            <pc:docMk/>
            <pc:sldMk cId="1988322222" sldId="550"/>
            <ac:picMk id="5" creationId="{357D348E-2B88-C01E-BE2B-11F5AF7F011E}"/>
          </ac:picMkLst>
        </pc:picChg>
      </pc:sldChg>
      <pc:sldChg chg="addSp delSp modSp">
        <pc:chgData name="Einit Natalia Barajas Figueroa" userId="S::einit_barajas_soy.sena.edu.co#ext#@sena4.onmicrosoft.com::fc0b25c1-fd4c-4cd6-87fa-59bd7e2a3bf2" providerId="AD" clId="Web-{B4AE5903-6C33-BCB0-85C9-241B4FFD6E32}" dt="2025-06-25T21:29:40.984" v="26" actId="14100"/>
        <pc:sldMkLst>
          <pc:docMk/>
          <pc:sldMk cId="3718316083" sldId="551"/>
        </pc:sldMkLst>
        <pc:picChg chg="add mod">
          <ac:chgData name="Einit Natalia Barajas Figueroa" userId="S::einit_barajas_soy.sena.edu.co#ext#@sena4.onmicrosoft.com::fc0b25c1-fd4c-4cd6-87fa-59bd7e2a3bf2" providerId="AD" clId="Web-{B4AE5903-6C33-BCB0-85C9-241B4FFD6E32}" dt="2025-06-25T21:29:40.984" v="26" actId="14100"/>
          <ac:picMkLst>
            <pc:docMk/>
            <pc:sldMk cId="3718316083" sldId="551"/>
            <ac:picMk id="4" creationId="{05A79F7A-FD52-58C2-7CA3-199B1F9DBD75}"/>
          </ac:picMkLst>
        </pc:picChg>
      </pc:sldChg>
      <pc:sldChg chg="addSp delSp modSp">
        <pc:chgData name="Einit Natalia Barajas Figueroa" userId="S::einit_barajas_soy.sena.edu.co#ext#@sena4.onmicrosoft.com::fc0b25c1-fd4c-4cd6-87fa-59bd7e2a3bf2" providerId="AD" clId="Web-{B4AE5903-6C33-BCB0-85C9-241B4FFD6E32}" dt="2025-06-25T21:18:45.943" v="16" actId="1076"/>
        <pc:sldMkLst>
          <pc:docMk/>
          <pc:sldMk cId="1630626755" sldId="552"/>
        </pc:sldMkLst>
        <pc:picChg chg="add mod">
          <ac:chgData name="Einit Natalia Barajas Figueroa" userId="S::einit_barajas_soy.sena.edu.co#ext#@sena4.onmicrosoft.com::fc0b25c1-fd4c-4cd6-87fa-59bd7e2a3bf2" providerId="AD" clId="Web-{B4AE5903-6C33-BCB0-85C9-241B4FFD6E32}" dt="2025-06-25T21:18:45.943" v="16" actId="1076"/>
          <ac:picMkLst>
            <pc:docMk/>
            <pc:sldMk cId="1630626755" sldId="552"/>
            <ac:picMk id="9" creationId="{451BC266-7E4F-76B4-F9B5-27D5181D0BEC}"/>
          </ac:picMkLst>
        </pc:picChg>
      </pc:sldChg>
    </pc:docChg>
  </pc:docChgLst>
  <pc:docChgLst>
    <pc:chgData name="Einit Natalia Barajas Figueroa" userId="S::einit_barajas_soy.sena.edu.co#ext#@sena4.onmicrosoft.com::fc0b25c1-fd4c-4cd6-87fa-59bd7e2a3bf2" providerId="AD" clId="Web-{48AC580E-3B9C-7BE8-36D3-8F3DAFE0050B}"/>
    <pc:docChg chg="mod addSld delSld modSld">
      <pc:chgData name="Einit Natalia Barajas Figueroa" userId="S::einit_barajas_soy.sena.edu.co#ext#@sena4.onmicrosoft.com::fc0b25c1-fd4c-4cd6-87fa-59bd7e2a3bf2" providerId="AD" clId="Web-{48AC580E-3B9C-7BE8-36D3-8F3DAFE0050B}" dt="2025-05-09T17:20:07.781" v="29"/>
      <pc:docMkLst>
        <pc:docMk/>
      </pc:docMkLst>
      <pc:sldChg chg="modSp">
        <pc:chgData name="Einit Natalia Barajas Figueroa" userId="S::einit_barajas_soy.sena.edu.co#ext#@sena4.onmicrosoft.com::fc0b25c1-fd4c-4cd6-87fa-59bd7e2a3bf2" providerId="AD" clId="Web-{48AC580E-3B9C-7BE8-36D3-8F3DAFE0050B}" dt="2025-05-09T17:17:16.385" v="13" actId="20577"/>
        <pc:sldMkLst>
          <pc:docMk/>
          <pc:sldMk cId="3718316083" sldId="551"/>
        </pc:sldMkLst>
      </pc:sldChg>
      <pc:sldChg chg="modSp">
        <pc:chgData name="Einit Natalia Barajas Figueroa" userId="S::einit_barajas_soy.sena.edu.co#ext#@sena4.onmicrosoft.com::fc0b25c1-fd4c-4cd6-87fa-59bd7e2a3bf2" providerId="AD" clId="Web-{48AC580E-3B9C-7BE8-36D3-8F3DAFE0050B}" dt="2025-05-09T17:17:36.167" v="26" actId="20577"/>
        <pc:sldMkLst>
          <pc:docMk/>
          <pc:sldMk cId="1630626755" sldId="552"/>
        </pc:sldMkLst>
      </pc:sldChg>
      <pc:sldChg chg="new del">
        <pc:chgData name="Einit Natalia Barajas Figueroa" userId="S::einit_barajas_soy.sena.edu.co#ext#@sena4.onmicrosoft.com::fc0b25c1-fd4c-4cd6-87fa-59bd7e2a3bf2" providerId="AD" clId="Web-{48AC580E-3B9C-7BE8-36D3-8F3DAFE0050B}" dt="2025-05-09T17:19:49.249" v="28"/>
        <pc:sldMkLst>
          <pc:docMk/>
          <pc:sldMk cId="2257375033" sldId="555"/>
        </pc:sldMkLst>
      </pc:sldChg>
    </pc:docChg>
  </pc:docChgLst>
  <pc:docChgLst>
    <pc:chgData name="Einit Natalia Barajas Figueroa" userId="S::einit_barajas_soy.sena.edu.co#ext#@sena4.onmicrosoft.com::fc0b25c1-fd4c-4cd6-87fa-59bd7e2a3bf2" providerId="AD" clId="Web-{D4208B2D-23E7-79AB-C5EB-0F8275390023}"/>
    <pc:docChg chg="modSld">
      <pc:chgData name="Einit Natalia Barajas Figueroa" userId="S::einit_barajas_soy.sena.edu.co#ext#@sena4.onmicrosoft.com::fc0b25c1-fd4c-4cd6-87fa-59bd7e2a3bf2" providerId="AD" clId="Web-{D4208B2D-23E7-79AB-C5EB-0F8275390023}" dt="2025-05-13T22:13:04.511" v="168" actId="1076"/>
      <pc:docMkLst>
        <pc:docMk/>
      </pc:docMkLst>
      <pc:sldChg chg="modSp">
        <pc:chgData name="Einit Natalia Barajas Figueroa" userId="S::einit_barajas_soy.sena.edu.co#ext#@sena4.onmicrosoft.com::fc0b25c1-fd4c-4cd6-87fa-59bd7e2a3bf2" providerId="AD" clId="Web-{D4208B2D-23E7-79AB-C5EB-0F8275390023}" dt="2025-05-13T21:04:25.762" v="127" actId="20577"/>
        <pc:sldMkLst>
          <pc:docMk/>
          <pc:sldMk cId="4010155226" sldId="546"/>
        </pc:sldMkLst>
      </pc:sldChg>
      <pc:sldChg chg="addSp delSp modSp">
        <pc:chgData name="Einit Natalia Barajas Figueroa" userId="S::einit_barajas_soy.sena.edu.co#ext#@sena4.onmicrosoft.com::fc0b25c1-fd4c-4cd6-87fa-59bd7e2a3bf2" providerId="AD" clId="Web-{D4208B2D-23E7-79AB-C5EB-0F8275390023}" dt="2025-05-13T21:44:09.583" v="143" actId="1076"/>
        <pc:sldMkLst>
          <pc:docMk/>
          <pc:sldMk cId="1988322222" sldId="550"/>
        </pc:sldMkLst>
      </pc:sldChg>
      <pc:sldChg chg="addSp delSp modSp">
        <pc:chgData name="Einit Natalia Barajas Figueroa" userId="S::einit_barajas_soy.sena.edu.co#ext#@sena4.onmicrosoft.com::fc0b25c1-fd4c-4cd6-87fa-59bd7e2a3bf2" providerId="AD" clId="Web-{D4208B2D-23E7-79AB-C5EB-0F8275390023}" dt="2025-05-13T22:11:58.931" v="159" actId="1076"/>
        <pc:sldMkLst>
          <pc:docMk/>
          <pc:sldMk cId="3718316083" sldId="551"/>
        </pc:sldMkLst>
      </pc:sldChg>
      <pc:sldChg chg="addSp delSp modSp">
        <pc:chgData name="Einit Natalia Barajas Figueroa" userId="S::einit_barajas_soy.sena.edu.co#ext#@sena4.onmicrosoft.com::fc0b25c1-fd4c-4cd6-87fa-59bd7e2a3bf2" providerId="AD" clId="Web-{D4208B2D-23E7-79AB-C5EB-0F8275390023}" dt="2025-05-13T22:13:04.511" v="168" actId="1076"/>
        <pc:sldMkLst>
          <pc:docMk/>
          <pc:sldMk cId="1630626755" sldId="552"/>
        </pc:sldMkLst>
      </pc:sldChg>
    </pc:docChg>
  </pc:docChgLst>
  <pc:docChgLst>
    <pc:chgData name="Sebastian Yesid Pacheco Rivera" userId="S::sebastian_ypacheco_soy.sena.edu.co#ext#@sena4.onmicrosoft.com::dd8a3589-baff-4d65-8a7b-223f290a9b59" providerId="AD" clId="Web-{38B1D97D-5470-BD35-B0C8-07AB9B8E4AD2}"/>
    <pc:docChg chg="modSld">
      <pc:chgData name="Sebastian Yesid Pacheco Rivera" userId="S::sebastian_ypacheco_soy.sena.edu.co#ext#@sena4.onmicrosoft.com::dd8a3589-baff-4d65-8a7b-223f290a9b59" providerId="AD" clId="Web-{38B1D97D-5470-BD35-B0C8-07AB9B8E4AD2}" dt="2025-05-08T15:54:07.718" v="7" actId="1076"/>
      <pc:docMkLst>
        <pc:docMk/>
      </pc:docMkLst>
      <pc:sldChg chg="addSp delSp modSp">
        <pc:chgData name="Sebastian Yesid Pacheco Rivera" userId="S::sebastian_ypacheco_soy.sena.edu.co#ext#@sena4.onmicrosoft.com::dd8a3589-baff-4d65-8a7b-223f290a9b59" providerId="AD" clId="Web-{38B1D97D-5470-BD35-B0C8-07AB9B8E4AD2}" dt="2025-05-08T15:54:07.718" v="7" actId="1076"/>
        <pc:sldMkLst>
          <pc:docMk/>
          <pc:sldMk cId="1630626755" sldId="552"/>
        </pc:sldMkLst>
      </pc:sldChg>
    </pc:docChg>
  </pc:docChgLst>
  <pc:docChgLst>
    <pc:chgData name="Sebastian Yesid Pacheco Rivera" userId="S::sebastian_ypacheco_soy.sena.edu.co#ext#@sena4.onmicrosoft.com::dd8a3589-baff-4d65-8a7b-223f290a9b59" providerId="AD" clId="Web-{55683166-F7B8-4CFD-8CD2-DC4D91C9ED5A}"/>
    <pc:docChg chg="addSld delSld modSld sldOrd">
      <pc:chgData name="Sebastian Yesid Pacheco Rivera" userId="S::sebastian_ypacheco_soy.sena.edu.co#ext#@sena4.onmicrosoft.com::dd8a3589-baff-4d65-8a7b-223f290a9b59" providerId="AD" clId="Web-{55683166-F7B8-4CFD-8CD2-DC4D91C9ED5A}" dt="2025-07-11T18:30:47.290" v="515" actId="20577"/>
      <pc:docMkLst>
        <pc:docMk/>
      </pc:docMkLst>
      <pc:sldChg chg="del">
        <pc:chgData name="Sebastian Yesid Pacheco Rivera" userId="S::sebastian_ypacheco_soy.sena.edu.co#ext#@sena4.onmicrosoft.com::dd8a3589-baff-4d65-8a7b-223f290a9b59" providerId="AD" clId="Web-{55683166-F7B8-4CFD-8CD2-DC4D91C9ED5A}" dt="2025-07-11T17:57:22.553" v="263"/>
        <pc:sldMkLst>
          <pc:docMk/>
          <pc:sldMk cId="3038000178" sldId="537"/>
        </pc:sldMkLst>
      </pc:sldChg>
      <pc:sldChg chg="addSp delSp modSp">
        <pc:chgData name="Sebastian Yesid Pacheco Rivera" userId="S::sebastian_ypacheco_soy.sena.edu.co#ext#@sena4.onmicrosoft.com::dd8a3589-baff-4d65-8a7b-223f290a9b59" providerId="AD" clId="Web-{55683166-F7B8-4CFD-8CD2-DC4D91C9ED5A}" dt="2025-07-11T17:26:45.505" v="33" actId="1076"/>
        <pc:sldMkLst>
          <pc:docMk/>
          <pc:sldMk cId="1124616190" sldId="539"/>
        </pc:sldMkLst>
        <pc:spChg chg="del mod">
          <ac:chgData name="Sebastian Yesid Pacheco Rivera" userId="S::sebastian_ypacheco_soy.sena.edu.co#ext#@sena4.onmicrosoft.com::dd8a3589-baff-4d65-8a7b-223f290a9b59" providerId="AD" clId="Web-{55683166-F7B8-4CFD-8CD2-DC4D91C9ED5A}" dt="2025-07-11T17:25:07.770" v="29"/>
          <ac:spMkLst>
            <pc:docMk/>
            <pc:sldMk cId="1124616190" sldId="539"/>
            <ac:spMk id="4" creationId="{EA7026A2-4DA2-FAFF-9A67-EA8EBE871B43}"/>
          </ac:spMkLst>
        </pc:spChg>
        <pc:picChg chg="mod">
          <ac:chgData name="Sebastian Yesid Pacheco Rivera" userId="S::sebastian_ypacheco_soy.sena.edu.co#ext#@sena4.onmicrosoft.com::dd8a3589-baff-4d65-8a7b-223f290a9b59" providerId="AD" clId="Web-{55683166-F7B8-4CFD-8CD2-DC4D91C9ED5A}" dt="2025-07-11T17:26:45.505" v="33" actId="1076"/>
          <ac:picMkLst>
            <pc:docMk/>
            <pc:sldMk cId="1124616190" sldId="539"/>
            <ac:picMk id="3" creationId="{78CC76DD-1473-50FB-6035-FFD3F84379CE}"/>
          </ac:picMkLst>
        </pc:picChg>
        <pc:picChg chg="add mod">
          <ac:chgData name="Sebastian Yesid Pacheco Rivera" userId="S::sebastian_ypacheco_soy.sena.edu.co#ext#@sena4.onmicrosoft.com::dd8a3589-baff-4d65-8a7b-223f290a9b59" providerId="AD" clId="Web-{55683166-F7B8-4CFD-8CD2-DC4D91C9ED5A}" dt="2025-07-11T17:26:41.755" v="32" actId="1076"/>
          <ac:picMkLst>
            <pc:docMk/>
            <pc:sldMk cId="1124616190" sldId="539"/>
            <ac:picMk id="5" creationId="{D67547C5-B3DB-2A81-76FA-36EB94BFDDF3}"/>
          </ac:picMkLst>
        </pc:picChg>
      </pc:sldChg>
      <pc:sldChg chg="delSp modSp del">
        <pc:chgData name="Sebastian Yesid Pacheco Rivera" userId="S::sebastian_ypacheco_soy.sena.edu.co#ext#@sena4.onmicrosoft.com::dd8a3589-baff-4d65-8a7b-223f290a9b59" providerId="AD" clId="Web-{55683166-F7B8-4CFD-8CD2-DC4D91C9ED5A}" dt="2025-07-11T18:04:08.663" v="401"/>
        <pc:sldMkLst>
          <pc:docMk/>
          <pc:sldMk cId="4085932155" sldId="542"/>
        </pc:sldMkLst>
        <pc:spChg chg="del">
          <ac:chgData name="Sebastian Yesid Pacheco Rivera" userId="S::sebastian_ypacheco_soy.sena.edu.co#ext#@sena4.onmicrosoft.com::dd8a3589-baff-4d65-8a7b-223f290a9b59" providerId="AD" clId="Web-{55683166-F7B8-4CFD-8CD2-DC4D91C9ED5A}" dt="2025-07-11T18:04:05.663" v="400"/>
          <ac:spMkLst>
            <pc:docMk/>
            <pc:sldMk cId="4085932155" sldId="542"/>
            <ac:spMk id="5" creationId="{015D167A-EE62-EA02-E6F4-53710691F485}"/>
          </ac:spMkLst>
        </pc:spChg>
        <pc:picChg chg="del mod">
          <ac:chgData name="Sebastian Yesid Pacheco Rivera" userId="S::sebastian_ypacheco_soy.sena.edu.co#ext#@sena4.onmicrosoft.com::dd8a3589-baff-4d65-8a7b-223f290a9b59" providerId="AD" clId="Web-{55683166-F7B8-4CFD-8CD2-DC4D91C9ED5A}" dt="2025-07-11T18:04:05.663" v="399"/>
          <ac:picMkLst>
            <pc:docMk/>
            <pc:sldMk cId="4085932155" sldId="542"/>
            <ac:picMk id="3" creationId="{6358C1E2-4B46-D591-8A84-9176CCCF726A}"/>
          </ac:picMkLst>
        </pc:picChg>
      </pc:sldChg>
      <pc:sldChg chg="delSp del">
        <pc:chgData name="Sebastian Yesid Pacheco Rivera" userId="S::sebastian_ypacheco_soy.sena.edu.co#ext#@sena4.onmicrosoft.com::dd8a3589-baff-4d65-8a7b-223f290a9b59" providerId="AD" clId="Web-{55683166-F7B8-4CFD-8CD2-DC4D91C9ED5A}" dt="2025-07-11T17:57:25.616" v="266"/>
        <pc:sldMkLst>
          <pc:docMk/>
          <pc:sldMk cId="1980261243" sldId="545"/>
        </pc:sldMkLst>
        <pc:spChg chg="del">
          <ac:chgData name="Sebastian Yesid Pacheco Rivera" userId="S::sebastian_ypacheco_soy.sena.edu.co#ext#@sena4.onmicrosoft.com::dd8a3589-baff-4d65-8a7b-223f290a9b59" providerId="AD" clId="Web-{55683166-F7B8-4CFD-8CD2-DC4D91C9ED5A}" dt="2025-07-11T17:56:36.116" v="255"/>
          <ac:spMkLst>
            <pc:docMk/>
            <pc:sldMk cId="1980261243" sldId="545"/>
            <ac:spMk id="2" creationId="{2ACE75F1-F343-8856-BC69-4BB6B82BF3E4}"/>
          </ac:spMkLst>
        </pc:spChg>
        <pc:spChg chg="del">
          <ac:chgData name="Sebastian Yesid Pacheco Rivera" userId="S::sebastian_ypacheco_soy.sena.edu.co#ext#@sena4.onmicrosoft.com::dd8a3589-baff-4d65-8a7b-223f290a9b59" providerId="AD" clId="Web-{55683166-F7B8-4CFD-8CD2-DC4D91C9ED5A}" dt="2025-07-11T17:56:36.116" v="254"/>
          <ac:spMkLst>
            <pc:docMk/>
            <pc:sldMk cId="1980261243" sldId="545"/>
            <ac:spMk id="3" creationId="{A6C31FC2-6C63-0CB9-C78D-1723D5E9DD66}"/>
          </ac:spMkLst>
        </pc:spChg>
      </pc:sldChg>
      <pc:sldChg chg="delSp del">
        <pc:chgData name="Sebastian Yesid Pacheco Rivera" userId="S::sebastian_ypacheco_soy.sena.edu.co#ext#@sena4.onmicrosoft.com::dd8a3589-baff-4d65-8a7b-223f290a9b59" providerId="AD" clId="Web-{55683166-F7B8-4CFD-8CD2-DC4D91C9ED5A}" dt="2025-07-11T17:59:09.929" v="289"/>
        <pc:sldMkLst>
          <pc:docMk/>
          <pc:sldMk cId="4010155226" sldId="546"/>
        </pc:sldMkLst>
        <pc:spChg chg="del">
          <ac:chgData name="Sebastian Yesid Pacheco Rivera" userId="S::sebastian_ypacheco_soy.sena.edu.co#ext#@sena4.onmicrosoft.com::dd8a3589-baff-4d65-8a7b-223f290a9b59" providerId="AD" clId="Web-{55683166-F7B8-4CFD-8CD2-DC4D91C9ED5A}" dt="2025-07-11T17:59:07.350" v="288"/>
          <ac:spMkLst>
            <pc:docMk/>
            <pc:sldMk cId="4010155226" sldId="546"/>
            <ac:spMk id="2" creationId="{2ACE75F1-F343-8856-BC69-4BB6B82BF3E4}"/>
          </ac:spMkLst>
        </pc:spChg>
        <pc:spChg chg="del">
          <ac:chgData name="Sebastian Yesid Pacheco Rivera" userId="S::sebastian_ypacheco_soy.sena.edu.co#ext#@sena4.onmicrosoft.com::dd8a3589-baff-4d65-8a7b-223f290a9b59" providerId="AD" clId="Web-{55683166-F7B8-4CFD-8CD2-DC4D91C9ED5A}" dt="2025-07-11T17:59:07.350" v="287"/>
          <ac:spMkLst>
            <pc:docMk/>
            <pc:sldMk cId="4010155226" sldId="546"/>
            <ac:spMk id="3" creationId="{A6C31FC2-6C63-0CB9-C78D-1723D5E9DD66}"/>
          </ac:spMkLst>
        </pc:spChg>
        <pc:spChg chg="del">
          <ac:chgData name="Sebastian Yesid Pacheco Rivera" userId="S::sebastian_ypacheco_soy.sena.edu.co#ext#@sena4.onmicrosoft.com::dd8a3589-baff-4d65-8a7b-223f290a9b59" providerId="AD" clId="Web-{55683166-F7B8-4CFD-8CD2-DC4D91C9ED5A}" dt="2025-07-11T17:59:07.350" v="286"/>
          <ac:spMkLst>
            <pc:docMk/>
            <pc:sldMk cId="4010155226" sldId="546"/>
            <ac:spMk id="6" creationId="{FD67EF74-97FA-4E7E-8059-D5B3E7D9357E}"/>
          </ac:spMkLst>
        </pc:spChg>
        <pc:spChg chg="del">
          <ac:chgData name="Sebastian Yesid Pacheco Rivera" userId="S::sebastian_ypacheco_soy.sena.edu.co#ext#@sena4.onmicrosoft.com::dd8a3589-baff-4d65-8a7b-223f290a9b59" providerId="AD" clId="Web-{55683166-F7B8-4CFD-8CD2-DC4D91C9ED5A}" dt="2025-07-11T17:59:07.350" v="283"/>
          <ac:spMkLst>
            <pc:docMk/>
            <pc:sldMk cId="4010155226" sldId="546"/>
            <ac:spMk id="14" creationId="{D4E47A20-5756-39E5-D5F3-9B87DD811886}"/>
          </ac:spMkLst>
        </pc:spChg>
        <pc:spChg chg="del">
          <ac:chgData name="Sebastian Yesid Pacheco Rivera" userId="S::sebastian_ypacheco_soy.sena.edu.co#ext#@sena4.onmicrosoft.com::dd8a3589-baff-4d65-8a7b-223f290a9b59" providerId="AD" clId="Web-{55683166-F7B8-4CFD-8CD2-DC4D91C9ED5A}" dt="2025-07-11T17:59:07.350" v="282"/>
          <ac:spMkLst>
            <pc:docMk/>
            <pc:sldMk cId="4010155226" sldId="546"/>
            <ac:spMk id="17" creationId="{FA9CFA80-EC06-C6C3-0DB8-B206E13194E8}"/>
          </ac:spMkLst>
        </pc:spChg>
        <pc:spChg chg="del">
          <ac:chgData name="Sebastian Yesid Pacheco Rivera" userId="S::sebastian_ypacheco_soy.sena.edu.co#ext#@sena4.onmicrosoft.com::dd8a3589-baff-4d65-8a7b-223f290a9b59" providerId="AD" clId="Web-{55683166-F7B8-4CFD-8CD2-DC4D91C9ED5A}" dt="2025-07-11T17:59:07.350" v="281"/>
          <ac:spMkLst>
            <pc:docMk/>
            <pc:sldMk cId="4010155226" sldId="546"/>
            <ac:spMk id="18" creationId="{8BFEF11C-507E-7B98-9D41-764FB3CA81F0}"/>
          </ac:spMkLst>
        </pc:spChg>
        <pc:cxnChg chg="del">
          <ac:chgData name="Sebastian Yesid Pacheco Rivera" userId="S::sebastian_ypacheco_soy.sena.edu.co#ext#@sena4.onmicrosoft.com::dd8a3589-baff-4d65-8a7b-223f290a9b59" providerId="AD" clId="Web-{55683166-F7B8-4CFD-8CD2-DC4D91C9ED5A}" dt="2025-07-11T17:59:07.350" v="285"/>
          <ac:cxnSpMkLst>
            <pc:docMk/>
            <pc:sldMk cId="4010155226" sldId="546"/>
            <ac:cxnSpMk id="10" creationId="{B50C08EB-D374-A4D3-ABB9-3CAE3CC1B8DF}"/>
          </ac:cxnSpMkLst>
        </pc:cxnChg>
        <pc:cxnChg chg="del">
          <ac:chgData name="Sebastian Yesid Pacheco Rivera" userId="S::sebastian_ypacheco_soy.sena.edu.co#ext#@sena4.onmicrosoft.com::dd8a3589-baff-4d65-8a7b-223f290a9b59" providerId="AD" clId="Web-{55683166-F7B8-4CFD-8CD2-DC4D91C9ED5A}" dt="2025-07-11T17:59:07.350" v="284"/>
          <ac:cxnSpMkLst>
            <pc:docMk/>
            <pc:sldMk cId="4010155226" sldId="546"/>
            <ac:cxnSpMk id="12" creationId="{95C7627A-1306-85C6-D0C1-01E6657A6230}"/>
          </ac:cxnSpMkLst>
        </pc:cxnChg>
      </pc:sldChg>
      <pc:sldChg chg="delSp del">
        <pc:chgData name="Sebastian Yesid Pacheco Rivera" userId="S::sebastian_ypacheco_soy.sena.edu.co#ext#@sena4.onmicrosoft.com::dd8a3589-baff-4d65-8a7b-223f290a9b59" providerId="AD" clId="Web-{55683166-F7B8-4CFD-8CD2-DC4D91C9ED5A}" dt="2025-07-11T18:00:49.726" v="357"/>
        <pc:sldMkLst>
          <pc:docMk/>
          <pc:sldMk cId="2089533574" sldId="547"/>
        </pc:sldMkLst>
        <pc:spChg chg="del">
          <ac:chgData name="Sebastian Yesid Pacheco Rivera" userId="S::sebastian_ypacheco_soy.sena.edu.co#ext#@sena4.onmicrosoft.com::dd8a3589-baff-4d65-8a7b-223f290a9b59" providerId="AD" clId="Web-{55683166-F7B8-4CFD-8CD2-DC4D91C9ED5A}" dt="2025-07-11T18:00:44.429" v="356"/>
          <ac:spMkLst>
            <pc:docMk/>
            <pc:sldMk cId="2089533574" sldId="547"/>
            <ac:spMk id="5" creationId="{E32AA6DD-A5B4-A57D-6965-8F7879DB4EF6}"/>
          </ac:spMkLst>
        </pc:spChg>
        <pc:picChg chg="del">
          <ac:chgData name="Sebastian Yesid Pacheco Rivera" userId="S::sebastian_ypacheco_soy.sena.edu.co#ext#@sena4.onmicrosoft.com::dd8a3589-baff-4d65-8a7b-223f290a9b59" providerId="AD" clId="Web-{55683166-F7B8-4CFD-8CD2-DC4D91C9ED5A}" dt="2025-07-11T18:00:44.429" v="355"/>
          <ac:picMkLst>
            <pc:docMk/>
            <pc:sldMk cId="2089533574" sldId="547"/>
            <ac:picMk id="3" creationId="{EFACB039-960D-6984-2807-9A5B19B0FD80}"/>
          </ac:picMkLst>
        </pc:picChg>
      </pc:sldChg>
      <pc:sldChg chg="delSp del">
        <pc:chgData name="Sebastian Yesid Pacheco Rivera" userId="S::sebastian_ypacheco_soy.sena.edu.co#ext#@sena4.onmicrosoft.com::dd8a3589-baff-4d65-8a7b-223f290a9b59" providerId="AD" clId="Web-{55683166-F7B8-4CFD-8CD2-DC4D91C9ED5A}" dt="2025-07-11T17:59:38.819" v="313"/>
        <pc:sldMkLst>
          <pc:docMk/>
          <pc:sldMk cId="1988322222" sldId="550"/>
        </pc:sldMkLst>
        <pc:spChg chg="del">
          <ac:chgData name="Sebastian Yesid Pacheco Rivera" userId="S::sebastian_ypacheco_soy.sena.edu.co#ext#@sena4.onmicrosoft.com::dd8a3589-baff-4d65-8a7b-223f290a9b59" providerId="AD" clId="Web-{55683166-F7B8-4CFD-8CD2-DC4D91C9ED5A}" dt="2025-07-11T17:59:30.788" v="303"/>
          <ac:spMkLst>
            <pc:docMk/>
            <pc:sldMk cId="1988322222" sldId="550"/>
            <ac:spMk id="2" creationId="{896AAF15-62AE-D158-4821-37D11116594A}"/>
          </ac:spMkLst>
        </pc:spChg>
        <pc:spChg chg="del">
          <ac:chgData name="Sebastian Yesid Pacheco Rivera" userId="S::sebastian_ypacheco_soy.sena.edu.co#ext#@sena4.onmicrosoft.com::dd8a3589-baff-4d65-8a7b-223f290a9b59" providerId="AD" clId="Web-{55683166-F7B8-4CFD-8CD2-DC4D91C9ED5A}" dt="2025-07-11T17:59:30.788" v="302"/>
          <ac:spMkLst>
            <pc:docMk/>
            <pc:sldMk cId="1988322222" sldId="550"/>
            <ac:spMk id="3" creationId="{211785BB-89BE-758F-F7EE-06B2FCBD1B23}"/>
          </ac:spMkLst>
        </pc:spChg>
        <pc:spChg chg="del">
          <ac:chgData name="Sebastian Yesid Pacheco Rivera" userId="S::sebastian_ypacheco_soy.sena.edu.co#ext#@sena4.onmicrosoft.com::dd8a3589-baff-4d65-8a7b-223f290a9b59" providerId="AD" clId="Web-{55683166-F7B8-4CFD-8CD2-DC4D91C9ED5A}" dt="2025-07-11T17:59:30.788" v="300"/>
          <ac:spMkLst>
            <pc:docMk/>
            <pc:sldMk cId="1988322222" sldId="550"/>
            <ac:spMk id="10" creationId="{2DB21563-97FF-4FFF-7229-9B0B253D58BE}"/>
          </ac:spMkLst>
        </pc:spChg>
        <pc:picChg chg="del">
          <ac:chgData name="Sebastian Yesid Pacheco Rivera" userId="S::sebastian_ypacheco_soy.sena.edu.co#ext#@sena4.onmicrosoft.com::dd8a3589-baff-4d65-8a7b-223f290a9b59" providerId="AD" clId="Web-{55683166-F7B8-4CFD-8CD2-DC4D91C9ED5A}" dt="2025-07-11T17:59:30.788" v="299"/>
          <ac:picMkLst>
            <pc:docMk/>
            <pc:sldMk cId="1988322222" sldId="550"/>
            <ac:picMk id="5" creationId="{357D348E-2B88-C01E-BE2B-11F5AF7F011E}"/>
          </ac:picMkLst>
        </pc:picChg>
        <pc:cxnChg chg="del">
          <ac:chgData name="Sebastian Yesid Pacheco Rivera" userId="S::sebastian_ypacheco_soy.sena.edu.co#ext#@sena4.onmicrosoft.com::dd8a3589-baff-4d65-8a7b-223f290a9b59" providerId="AD" clId="Web-{55683166-F7B8-4CFD-8CD2-DC4D91C9ED5A}" dt="2025-07-11T17:59:30.788" v="301"/>
          <ac:cxnSpMkLst>
            <pc:docMk/>
            <pc:sldMk cId="1988322222" sldId="550"/>
            <ac:cxnSpMk id="9" creationId="{3BF2FFE3-171A-1DBF-F7D3-6A22DA3391B1}"/>
          </ac:cxnSpMkLst>
        </pc:cxnChg>
      </pc:sldChg>
      <pc:sldChg chg="delSp del">
        <pc:chgData name="Sebastian Yesid Pacheco Rivera" userId="S::sebastian_ypacheco_soy.sena.edu.co#ext#@sena4.onmicrosoft.com::dd8a3589-baff-4d65-8a7b-223f290a9b59" providerId="AD" clId="Web-{55683166-F7B8-4CFD-8CD2-DC4D91C9ED5A}" dt="2025-07-11T18:00:08.866" v="334"/>
        <pc:sldMkLst>
          <pc:docMk/>
          <pc:sldMk cId="3718316083" sldId="551"/>
        </pc:sldMkLst>
        <pc:spChg chg="del">
          <ac:chgData name="Sebastian Yesid Pacheco Rivera" userId="S::sebastian_ypacheco_soy.sena.edu.co#ext#@sena4.onmicrosoft.com::dd8a3589-baff-4d65-8a7b-223f290a9b59" providerId="AD" clId="Web-{55683166-F7B8-4CFD-8CD2-DC4D91C9ED5A}" dt="2025-07-11T18:00:07.522" v="333"/>
          <ac:spMkLst>
            <pc:docMk/>
            <pc:sldMk cId="3718316083" sldId="551"/>
            <ac:spMk id="2" creationId="{787844E8-D7DB-2A1E-825C-97EE78DEB577}"/>
          </ac:spMkLst>
        </pc:spChg>
        <pc:spChg chg="del">
          <ac:chgData name="Sebastian Yesid Pacheco Rivera" userId="S::sebastian_ypacheco_soy.sena.edu.co#ext#@sena4.onmicrosoft.com::dd8a3589-baff-4d65-8a7b-223f290a9b59" providerId="AD" clId="Web-{55683166-F7B8-4CFD-8CD2-DC4D91C9ED5A}" dt="2025-07-11T18:00:07.522" v="332"/>
          <ac:spMkLst>
            <pc:docMk/>
            <pc:sldMk cId="3718316083" sldId="551"/>
            <ac:spMk id="3" creationId="{6B743D65-7718-8820-343A-AA1A2DC493DA}"/>
          </ac:spMkLst>
        </pc:spChg>
        <pc:spChg chg="del">
          <ac:chgData name="Sebastian Yesid Pacheco Rivera" userId="S::sebastian_ypacheco_soy.sena.edu.co#ext#@sena4.onmicrosoft.com::dd8a3589-baff-4d65-8a7b-223f290a9b59" providerId="AD" clId="Web-{55683166-F7B8-4CFD-8CD2-DC4D91C9ED5A}" dt="2025-07-11T18:00:07.522" v="331"/>
          <ac:spMkLst>
            <pc:docMk/>
            <pc:sldMk cId="3718316083" sldId="551"/>
            <ac:spMk id="6" creationId="{D79C24E2-89C7-3A00-3A10-23D1B7A890A2}"/>
          </ac:spMkLst>
        </pc:spChg>
        <pc:picChg chg="del">
          <ac:chgData name="Sebastian Yesid Pacheco Rivera" userId="S::sebastian_ypacheco_soy.sena.edu.co#ext#@sena4.onmicrosoft.com::dd8a3589-baff-4d65-8a7b-223f290a9b59" providerId="AD" clId="Web-{55683166-F7B8-4CFD-8CD2-DC4D91C9ED5A}" dt="2025-07-11T18:00:07.522" v="329"/>
          <ac:picMkLst>
            <pc:docMk/>
            <pc:sldMk cId="3718316083" sldId="551"/>
            <ac:picMk id="4" creationId="{05A79F7A-FD52-58C2-7CA3-199B1F9DBD75}"/>
          </ac:picMkLst>
        </pc:picChg>
        <pc:cxnChg chg="del">
          <ac:chgData name="Sebastian Yesid Pacheco Rivera" userId="S::sebastian_ypacheco_soy.sena.edu.co#ext#@sena4.onmicrosoft.com::dd8a3589-baff-4d65-8a7b-223f290a9b59" providerId="AD" clId="Web-{55683166-F7B8-4CFD-8CD2-DC4D91C9ED5A}" dt="2025-07-11T18:00:07.522" v="330"/>
          <ac:cxnSpMkLst>
            <pc:docMk/>
            <pc:sldMk cId="3718316083" sldId="551"/>
            <ac:cxnSpMk id="7" creationId="{785107CF-307A-D7DA-2E43-43833B6F26E2}"/>
          </ac:cxnSpMkLst>
        </pc:cxnChg>
      </pc:sldChg>
      <pc:sldChg chg="delSp del">
        <pc:chgData name="Sebastian Yesid Pacheco Rivera" userId="S::sebastian_ypacheco_soy.sena.edu.co#ext#@sena4.onmicrosoft.com::dd8a3589-baff-4d65-8a7b-223f290a9b59" providerId="AD" clId="Web-{55683166-F7B8-4CFD-8CD2-DC4D91C9ED5A}" dt="2025-07-11T17:59:51.444" v="320"/>
        <pc:sldMkLst>
          <pc:docMk/>
          <pc:sldMk cId="1630626755" sldId="552"/>
        </pc:sldMkLst>
        <pc:spChg chg="del">
          <ac:chgData name="Sebastian Yesid Pacheco Rivera" userId="S::sebastian_ypacheco_soy.sena.edu.co#ext#@sena4.onmicrosoft.com::dd8a3589-baff-4d65-8a7b-223f290a9b59" providerId="AD" clId="Web-{55683166-F7B8-4CFD-8CD2-DC4D91C9ED5A}" dt="2025-07-11T17:59:42.976" v="318"/>
          <ac:spMkLst>
            <pc:docMk/>
            <pc:sldMk cId="1630626755" sldId="552"/>
            <ac:spMk id="2" creationId="{1C606BC9-E40C-9F09-C9AC-23FA39819ED6}"/>
          </ac:spMkLst>
        </pc:spChg>
        <pc:spChg chg="del">
          <ac:chgData name="Sebastian Yesid Pacheco Rivera" userId="S::sebastian_ypacheco_soy.sena.edu.co#ext#@sena4.onmicrosoft.com::dd8a3589-baff-4d65-8a7b-223f290a9b59" providerId="AD" clId="Web-{55683166-F7B8-4CFD-8CD2-DC4D91C9ED5A}" dt="2025-07-11T17:59:42.976" v="317"/>
          <ac:spMkLst>
            <pc:docMk/>
            <pc:sldMk cId="1630626755" sldId="552"/>
            <ac:spMk id="3" creationId="{F36B6709-B359-A376-B6FF-DF0C60024BA9}"/>
          </ac:spMkLst>
        </pc:spChg>
        <pc:spChg chg="del">
          <ac:chgData name="Sebastian Yesid Pacheco Rivera" userId="S::sebastian_ypacheco_soy.sena.edu.co#ext#@sena4.onmicrosoft.com::dd8a3589-baff-4d65-8a7b-223f290a9b59" providerId="AD" clId="Web-{55683166-F7B8-4CFD-8CD2-DC4D91C9ED5A}" dt="2025-07-11T17:59:42.976" v="315"/>
          <ac:spMkLst>
            <pc:docMk/>
            <pc:sldMk cId="1630626755" sldId="552"/>
            <ac:spMk id="8" creationId="{7C7548EA-3198-EC57-7D54-9939E0907792}"/>
          </ac:spMkLst>
        </pc:spChg>
        <pc:picChg chg="del">
          <ac:chgData name="Sebastian Yesid Pacheco Rivera" userId="S::sebastian_ypacheco_soy.sena.edu.co#ext#@sena4.onmicrosoft.com::dd8a3589-baff-4d65-8a7b-223f290a9b59" providerId="AD" clId="Web-{55683166-F7B8-4CFD-8CD2-DC4D91C9ED5A}" dt="2025-07-11T17:59:42.976" v="314"/>
          <ac:picMkLst>
            <pc:docMk/>
            <pc:sldMk cId="1630626755" sldId="552"/>
            <ac:picMk id="9" creationId="{451BC266-7E4F-76B4-F9B5-27D5181D0BEC}"/>
          </ac:picMkLst>
        </pc:picChg>
        <pc:cxnChg chg="del">
          <ac:chgData name="Sebastian Yesid Pacheco Rivera" userId="S::sebastian_ypacheco_soy.sena.edu.co#ext#@sena4.onmicrosoft.com::dd8a3589-baff-4d65-8a7b-223f290a9b59" providerId="AD" clId="Web-{55683166-F7B8-4CFD-8CD2-DC4D91C9ED5A}" dt="2025-07-11T17:59:42.976" v="316"/>
          <ac:cxnSpMkLst>
            <pc:docMk/>
            <pc:sldMk cId="1630626755" sldId="552"/>
            <ac:cxnSpMk id="7" creationId="{EDC7234A-2C75-F087-6F2E-02B0366251A0}"/>
          </ac:cxnSpMkLst>
        </pc:cxnChg>
      </pc:sldChg>
      <pc:sldChg chg="addSp delSp modSp">
        <pc:chgData name="Sebastian Yesid Pacheco Rivera" userId="S::sebastian_ypacheco_soy.sena.edu.co#ext#@sena4.onmicrosoft.com::dd8a3589-baff-4d65-8a7b-223f290a9b59" providerId="AD" clId="Web-{55683166-F7B8-4CFD-8CD2-DC4D91C9ED5A}" dt="2025-07-11T17:47:25.381" v="158" actId="1076"/>
        <pc:sldMkLst>
          <pc:docMk/>
          <pc:sldMk cId="232461337" sldId="553"/>
        </pc:sldMkLst>
        <pc:spChg chg="mod">
          <ac:chgData name="Sebastian Yesid Pacheco Rivera" userId="S::sebastian_ypacheco_soy.sena.edu.co#ext#@sena4.onmicrosoft.com::dd8a3589-baff-4d65-8a7b-223f290a9b59" providerId="AD" clId="Web-{55683166-F7B8-4CFD-8CD2-DC4D91C9ED5A}" dt="2025-07-11T17:40:10.709" v="112" actId="20577"/>
          <ac:spMkLst>
            <pc:docMk/>
            <pc:sldMk cId="232461337" sldId="553"/>
            <ac:spMk id="2" creationId="{EFF3BD05-BFAB-A6DB-3421-35B91A0FB1E4}"/>
          </ac:spMkLst>
        </pc:spChg>
        <pc:spChg chg="del mod">
          <ac:chgData name="Sebastian Yesid Pacheco Rivera" userId="S::sebastian_ypacheco_soy.sena.edu.co#ext#@sena4.onmicrosoft.com::dd8a3589-baff-4d65-8a7b-223f290a9b59" providerId="AD" clId="Web-{55683166-F7B8-4CFD-8CD2-DC4D91C9ED5A}" dt="2025-07-11T17:28:55.270" v="38"/>
          <ac:spMkLst>
            <pc:docMk/>
            <pc:sldMk cId="232461337" sldId="553"/>
            <ac:spMk id="4" creationId="{E97599AE-DF5D-6C3D-9CCA-5EAF7142A041}"/>
          </ac:spMkLst>
        </pc:spChg>
        <pc:spChg chg="add del mod">
          <ac:chgData name="Sebastian Yesid Pacheco Rivera" userId="S::sebastian_ypacheco_soy.sena.edu.co#ext#@sena4.onmicrosoft.com::dd8a3589-baff-4d65-8a7b-223f290a9b59" providerId="AD" clId="Web-{55683166-F7B8-4CFD-8CD2-DC4D91C9ED5A}" dt="2025-07-11T17:37:34.865" v="99"/>
          <ac:spMkLst>
            <pc:docMk/>
            <pc:sldMk cId="232461337" sldId="553"/>
            <ac:spMk id="6" creationId="{4481D85D-096A-94F7-E0FB-70C63669B321}"/>
          </ac:spMkLst>
        </pc:spChg>
        <pc:spChg chg="add del mod">
          <ac:chgData name="Sebastian Yesid Pacheco Rivera" userId="S::sebastian_ypacheco_soy.sena.edu.co#ext#@sena4.onmicrosoft.com::dd8a3589-baff-4d65-8a7b-223f290a9b59" providerId="AD" clId="Web-{55683166-F7B8-4CFD-8CD2-DC4D91C9ED5A}" dt="2025-07-11T17:40:53.599" v="125"/>
          <ac:spMkLst>
            <pc:docMk/>
            <pc:sldMk cId="232461337" sldId="553"/>
            <ac:spMk id="7" creationId="{D38B1F6D-1FE1-2B29-4D13-0E2EFB0F75F0}"/>
          </ac:spMkLst>
        </pc:spChg>
        <pc:spChg chg="add mod">
          <ac:chgData name="Sebastian Yesid Pacheco Rivera" userId="S::sebastian_ypacheco_soy.sena.edu.co#ext#@sena4.onmicrosoft.com::dd8a3589-baff-4d65-8a7b-223f290a9b59" providerId="AD" clId="Web-{55683166-F7B8-4CFD-8CD2-DC4D91C9ED5A}" dt="2025-07-11T17:47:25.381" v="158" actId="1076"/>
          <ac:spMkLst>
            <pc:docMk/>
            <pc:sldMk cId="232461337" sldId="553"/>
            <ac:spMk id="8" creationId="{2019AB44-E813-DDAB-74FC-805CC87003C7}"/>
          </ac:spMkLst>
        </pc:spChg>
        <pc:graphicFrameChg chg="add del mod topLvl modGraphic">
          <ac:chgData name="Sebastian Yesid Pacheco Rivera" userId="S::sebastian_ypacheco_soy.sena.edu.co#ext#@sena4.onmicrosoft.com::dd8a3589-baff-4d65-8a7b-223f290a9b59" providerId="AD" clId="Web-{55683166-F7B8-4CFD-8CD2-DC4D91C9ED5A}" dt="2025-07-11T17:33:44.239" v="62"/>
          <ac:graphicFrameMkLst>
            <pc:docMk/>
            <pc:sldMk cId="232461337" sldId="553"/>
            <ac:graphicFrameMk id="3" creationId="{2B0A0F74-2919-178B-CD79-1B1606FA54B5}"/>
          </ac:graphicFrameMkLst>
        </pc:graphicFrameChg>
        <pc:picChg chg="add mod modCrop">
          <ac:chgData name="Sebastian Yesid Pacheco Rivera" userId="S::sebastian_ypacheco_soy.sena.edu.co#ext#@sena4.onmicrosoft.com::dd8a3589-baff-4d65-8a7b-223f290a9b59" providerId="AD" clId="Web-{55683166-F7B8-4CFD-8CD2-DC4D91C9ED5A}" dt="2025-07-11T17:47:00.631" v="153" actId="1076"/>
          <ac:picMkLst>
            <pc:docMk/>
            <pc:sldMk cId="232461337" sldId="553"/>
            <ac:picMk id="5" creationId="{DCB4631A-DF48-8E66-E14D-EAC608B34E2B}"/>
          </ac:picMkLst>
        </pc:picChg>
        <pc:picChg chg="add mod">
          <ac:chgData name="Sebastian Yesid Pacheco Rivera" userId="S::sebastian_ypacheco_soy.sena.edu.co#ext#@sena4.onmicrosoft.com::dd8a3589-baff-4d65-8a7b-223f290a9b59" providerId="AD" clId="Web-{55683166-F7B8-4CFD-8CD2-DC4D91C9ED5A}" dt="2025-07-11T17:46:47.959" v="150" actId="1076"/>
          <ac:picMkLst>
            <pc:docMk/>
            <pc:sldMk cId="232461337" sldId="553"/>
            <ac:picMk id="9" creationId="{BFADAE06-208E-E4C1-27A8-AE74E011846C}"/>
          </ac:picMkLst>
        </pc:picChg>
        <pc:picChg chg="add mod modCrop">
          <ac:chgData name="Sebastian Yesid Pacheco Rivera" userId="S::sebastian_ypacheco_soy.sena.edu.co#ext#@sena4.onmicrosoft.com::dd8a3589-baff-4d65-8a7b-223f290a9b59" providerId="AD" clId="Web-{55683166-F7B8-4CFD-8CD2-DC4D91C9ED5A}" dt="2025-07-11T17:46:54.412" v="152" actId="1076"/>
          <ac:picMkLst>
            <pc:docMk/>
            <pc:sldMk cId="232461337" sldId="553"/>
            <ac:picMk id="10" creationId="{A53A5BF7-D33E-357F-176E-4E74338E6EBE}"/>
          </ac:picMkLst>
        </pc:picChg>
      </pc:sldChg>
      <pc:sldChg chg="addSp modSp">
        <pc:chgData name="Sebastian Yesid Pacheco Rivera" userId="S::sebastian_ypacheco_soy.sena.edu.co#ext#@sena4.onmicrosoft.com::dd8a3589-baff-4d65-8a7b-223f290a9b59" providerId="AD" clId="Web-{55683166-F7B8-4CFD-8CD2-DC4D91C9ED5A}" dt="2025-07-11T17:53:41.350" v="245" actId="14100"/>
        <pc:sldMkLst>
          <pc:docMk/>
          <pc:sldMk cId="354660886" sldId="555"/>
        </pc:sldMkLst>
        <pc:spChg chg="add mod">
          <ac:chgData name="Sebastian Yesid Pacheco Rivera" userId="S::sebastian_ypacheco_soy.sena.edu.co#ext#@sena4.onmicrosoft.com::dd8a3589-baff-4d65-8a7b-223f290a9b59" providerId="AD" clId="Web-{55683166-F7B8-4CFD-8CD2-DC4D91C9ED5A}" dt="2025-07-11T17:52:09.803" v="215" actId="20577"/>
          <ac:spMkLst>
            <pc:docMk/>
            <pc:sldMk cId="354660886" sldId="555"/>
            <ac:spMk id="2" creationId="{238C84AB-DD7F-ECCA-53BB-BEA4C27BAB67}"/>
          </ac:spMkLst>
        </pc:spChg>
        <pc:spChg chg="add mod">
          <ac:chgData name="Sebastian Yesid Pacheco Rivera" userId="S::sebastian_ypacheco_soy.sena.edu.co#ext#@sena4.onmicrosoft.com::dd8a3589-baff-4d65-8a7b-223f290a9b59" providerId="AD" clId="Web-{55683166-F7B8-4CFD-8CD2-DC4D91C9ED5A}" dt="2025-07-11T17:53:41.350" v="245" actId="14100"/>
          <ac:spMkLst>
            <pc:docMk/>
            <pc:sldMk cId="354660886" sldId="555"/>
            <ac:spMk id="3" creationId="{ED35A53A-D9D8-A485-0DA9-CC8980CA299C}"/>
          </ac:spMkLst>
        </pc:spChg>
        <pc:spChg chg="mod">
          <ac:chgData name="Sebastian Yesid Pacheco Rivera" userId="S::sebastian_ypacheco_soy.sena.edu.co#ext#@sena4.onmicrosoft.com::dd8a3589-baff-4d65-8a7b-223f290a9b59" providerId="AD" clId="Web-{55683166-F7B8-4CFD-8CD2-DC4D91C9ED5A}" dt="2025-07-11T17:52:53.163" v="235" actId="20577"/>
          <ac:spMkLst>
            <pc:docMk/>
            <pc:sldMk cId="354660886" sldId="555"/>
            <ac:spMk id="7" creationId="{2D5255C7-D178-80A0-026E-227259370E62}"/>
          </ac:spMkLst>
        </pc:spChg>
        <pc:spChg chg="mod">
          <ac:chgData name="Sebastian Yesid Pacheco Rivera" userId="S::sebastian_ypacheco_soy.sena.edu.co#ext#@sena4.onmicrosoft.com::dd8a3589-baff-4d65-8a7b-223f290a9b59" providerId="AD" clId="Web-{55683166-F7B8-4CFD-8CD2-DC4D91C9ED5A}" dt="2025-07-11T17:49:54.990" v="175" actId="14100"/>
          <ac:spMkLst>
            <pc:docMk/>
            <pc:sldMk cId="354660886" sldId="555"/>
            <ac:spMk id="10" creationId="{9B248C25-403C-F73C-C90C-DDE75F8A2DD9}"/>
          </ac:spMkLst>
        </pc:spChg>
        <pc:spChg chg="mod">
          <ac:chgData name="Sebastian Yesid Pacheco Rivera" userId="S::sebastian_ypacheco_soy.sena.edu.co#ext#@sena4.onmicrosoft.com::dd8a3589-baff-4d65-8a7b-223f290a9b59" providerId="AD" clId="Web-{55683166-F7B8-4CFD-8CD2-DC4D91C9ED5A}" dt="2025-07-11T17:50:41.975" v="179" actId="1076"/>
          <ac:spMkLst>
            <pc:docMk/>
            <pc:sldMk cId="354660886" sldId="555"/>
            <ac:spMk id="11" creationId="{09028142-EFBC-86B8-DB28-9FD052EA4C96}"/>
          </ac:spMkLst>
        </pc:spChg>
        <pc:spChg chg="mod">
          <ac:chgData name="Sebastian Yesid Pacheco Rivera" userId="S::sebastian_ypacheco_soy.sena.edu.co#ext#@sena4.onmicrosoft.com::dd8a3589-baff-4d65-8a7b-223f290a9b59" providerId="AD" clId="Web-{55683166-F7B8-4CFD-8CD2-DC4D91C9ED5A}" dt="2025-07-11T17:50:51.116" v="180" actId="1076"/>
          <ac:spMkLst>
            <pc:docMk/>
            <pc:sldMk cId="354660886" sldId="555"/>
            <ac:spMk id="12" creationId="{47A59CAD-B976-10C4-5DA7-614C28AA2FB3}"/>
          </ac:spMkLst>
        </pc:spChg>
        <pc:spChg chg="mod">
          <ac:chgData name="Sebastian Yesid Pacheco Rivera" userId="S::sebastian_ypacheco_soy.sena.edu.co#ext#@sena4.onmicrosoft.com::dd8a3589-baff-4d65-8a7b-223f290a9b59" providerId="AD" clId="Web-{55683166-F7B8-4CFD-8CD2-DC4D91C9ED5A}" dt="2025-07-11T17:50:57.100" v="181" actId="1076"/>
          <ac:spMkLst>
            <pc:docMk/>
            <pc:sldMk cId="354660886" sldId="555"/>
            <ac:spMk id="13" creationId="{E86E8CD0-9AD6-33D2-1B99-3816BC879BBE}"/>
          </ac:spMkLst>
        </pc:spChg>
      </pc:sldChg>
      <pc:sldChg chg="addSp delSp modSp ord">
        <pc:chgData name="Sebastian Yesid Pacheco Rivera" userId="S::sebastian_ypacheco_soy.sena.edu.co#ext#@sena4.onmicrosoft.com::dd8a3589-baff-4d65-8a7b-223f290a9b59" providerId="AD" clId="Web-{55683166-F7B8-4CFD-8CD2-DC4D91C9ED5A}" dt="2025-07-11T18:04:36.538" v="421" actId="14100"/>
        <pc:sldMkLst>
          <pc:docMk/>
          <pc:sldMk cId="50539056" sldId="557"/>
        </pc:sldMkLst>
        <pc:spChg chg="del">
          <ac:chgData name="Sebastian Yesid Pacheco Rivera" userId="S::sebastian_ypacheco_soy.sena.edu.co#ext#@sena4.onmicrosoft.com::dd8a3589-baff-4d65-8a7b-223f290a9b59" providerId="AD" clId="Web-{55683166-F7B8-4CFD-8CD2-DC4D91C9ED5A}" dt="2025-07-11T18:01:09.038" v="368"/>
          <ac:spMkLst>
            <pc:docMk/>
            <pc:sldMk cId="50539056" sldId="557"/>
            <ac:spMk id="2" creationId="{A50A093F-98E4-BFBC-709C-9C138BDE59E3}"/>
          </ac:spMkLst>
        </pc:spChg>
        <pc:spChg chg="del">
          <ac:chgData name="Sebastian Yesid Pacheco Rivera" userId="S::sebastian_ypacheco_soy.sena.edu.co#ext#@sena4.onmicrosoft.com::dd8a3589-baff-4d65-8a7b-223f290a9b59" providerId="AD" clId="Web-{55683166-F7B8-4CFD-8CD2-DC4D91C9ED5A}" dt="2025-07-11T18:01:09.038" v="367"/>
          <ac:spMkLst>
            <pc:docMk/>
            <pc:sldMk cId="50539056" sldId="557"/>
            <ac:spMk id="3" creationId="{389C1D34-0AF1-87FD-82FE-58570D1504D0}"/>
          </ac:spMkLst>
        </pc:spChg>
        <pc:spChg chg="del">
          <ac:chgData name="Sebastian Yesid Pacheco Rivera" userId="S::sebastian_ypacheco_soy.sena.edu.co#ext#@sena4.onmicrosoft.com::dd8a3589-baff-4d65-8a7b-223f290a9b59" providerId="AD" clId="Web-{55683166-F7B8-4CFD-8CD2-DC4D91C9ED5A}" dt="2025-07-11T18:01:09.038" v="366"/>
          <ac:spMkLst>
            <pc:docMk/>
            <pc:sldMk cId="50539056" sldId="557"/>
            <ac:spMk id="4" creationId="{338D43FB-EAAC-2340-3E18-2C43908CA24F}"/>
          </ac:spMkLst>
        </pc:spChg>
        <pc:spChg chg="del">
          <ac:chgData name="Sebastian Yesid Pacheco Rivera" userId="S::sebastian_ypacheco_soy.sena.edu.co#ext#@sena4.onmicrosoft.com::dd8a3589-baff-4d65-8a7b-223f290a9b59" providerId="AD" clId="Web-{55683166-F7B8-4CFD-8CD2-DC4D91C9ED5A}" dt="2025-07-11T18:01:09.038" v="363"/>
          <ac:spMkLst>
            <pc:docMk/>
            <pc:sldMk cId="50539056" sldId="557"/>
            <ac:spMk id="8" creationId="{454EC42F-B3A8-5F93-0BDB-13A73FAE832A}"/>
          </ac:spMkLst>
        </pc:spChg>
        <pc:spChg chg="add del mod">
          <ac:chgData name="Sebastian Yesid Pacheco Rivera" userId="S::sebastian_ypacheco_soy.sena.edu.co#ext#@sena4.onmicrosoft.com::dd8a3589-baff-4d65-8a7b-223f290a9b59" providerId="AD" clId="Web-{55683166-F7B8-4CFD-8CD2-DC4D91C9ED5A}" dt="2025-07-11T18:03:40.523" v="394"/>
          <ac:spMkLst>
            <pc:docMk/>
            <pc:sldMk cId="50539056" sldId="557"/>
            <ac:spMk id="9" creationId="{7CC67900-D142-70B5-10AB-B737574924DD}"/>
          </ac:spMkLst>
        </pc:spChg>
        <pc:spChg chg="add del mod">
          <ac:chgData name="Sebastian Yesid Pacheco Rivera" userId="S::sebastian_ypacheco_soy.sena.edu.co#ext#@sena4.onmicrosoft.com::dd8a3589-baff-4d65-8a7b-223f290a9b59" providerId="AD" clId="Web-{55683166-F7B8-4CFD-8CD2-DC4D91C9ED5A}" dt="2025-07-11T18:04:12.148" v="402"/>
          <ac:spMkLst>
            <pc:docMk/>
            <pc:sldMk cId="50539056" sldId="557"/>
            <ac:spMk id="10" creationId="{66A153F8-115C-450A-7B65-91D27723C7F2}"/>
          </ac:spMkLst>
        </pc:spChg>
        <pc:spChg chg="del">
          <ac:chgData name="Sebastian Yesid Pacheco Rivera" userId="S::sebastian_ypacheco_soy.sena.edu.co#ext#@sena4.onmicrosoft.com::dd8a3589-baff-4d65-8a7b-223f290a9b59" providerId="AD" clId="Web-{55683166-F7B8-4CFD-8CD2-DC4D91C9ED5A}" dt="2025-07-11T18:01:09.038" v="362"/>
          <ac:spMkLst>
            <pc:docMk/>
            <pc:sldMk cId="50539056" sldId="557"/>
            <ac:spMk id="11" creationId="{805056A5-EAF8-4D26-F764-5EA0059D4D8F}"/>
          </ac:spMkLst>
        </pc:spChg>
        <pc:spChg chg="add mod">
          <ac:chgData name="Sebastian Yesid Pacheco Rivera" userId="S::sebastian_ypacheco_soy.sena.edu.co#ext#@sena4.onmicrosoft.com::dd8a3589-baff-4d65-8a7b-223f290a9b59" providerId="AD" clId="Web-{55683166-F7B8-4CFD-8CD2-DC4D91C9ED5A}" dt="2025-07-11T18:04:36.538" v="421" actId="14100"/>
          <ac:spMkLst>
            <pc:docMk/>
            <pc:sldMk cId="50539056" sldId="557"/>
            <ac:spMk id="14" creationId="{FA325848-E9EB-1887-9C7B-D84A3A3C4E44}"/>
          </ac:spMkLst>
        </pc:spChg>
        <pc:picChg chg="add del mod">
          <ac:chgData name="Sebastian Yesid Pacheco Rivera" userId="S::sebastian_ypacheco_soy.sena.edu.co#ext#@sena4.onmicrosoft.com::dd8a3589-baff-4d65-8a7b-223f290a9b59" providerId="AD" clId="Web-{55683166-F7B8-4CFD-8CD2-DC4D91C9ED5A}" dt="2025-07-11T18:04:12.148" v="403"/>
          <ac:picMkLst>
            <pc:docMk/>
            <pc:sldMk cId="50539056" sldId="557"/>
            <ac:picMk id="7" creationId="{51CF1F9F-3822-2826-9485-6C5478BF111D}"/>
          </ac:picMkLst>
        </pc:picChg>
        <pc:picChg chg="add mod">
          <ac:chgData name="Sebastian Yesid Pacheco Rivera" userId="S::sebastian_ypacheco_soy.sena.edu.co#ext#@sena4.onmicrosoft.com::dd8a3589-baff-4d65-8a7b-223f290a9b59" providerId="AD" clId="Web-{55683166-F7B8-4CFD-8CD2-DC4D91C9ED5A}" dt="2025-07-11T18:04:13.085" v="404"/>
          <ac:picMkLst>
            <pc:docMk/>
            <pc:sldMk cId="50539056" sldId="557"/>
            <ac:picMk id="12" creationId="{62873CC4-8371-D4F4-827D-E715C9466D44}"/>
          </ac:picMkLst>
        </pc:picChg>
        <pc:cxnChg chg="del">
          <ac:chgData name="Sebastian Yesid Pacheco Rivera" userId="S::sebastian_ypacheco_soy.sena.edu.co#ext#@sena4.onmicrosoft.com::dd8a3589-baff-4d65-8a7b-223f290a9b59" providerId="AD" clId="Web-{55683166-F7B8-4CFD-8CD2-DC4D91C9ED5A}" dt="2025-07-11T18:01:09.038" v="365"/>
          <ac:cxnSpMkLst>
            <pc:docMk/>
            <pc:sldMk cId="50539056" sldId="557"/>
            <ac:cxnSpMk id="5" creationId="{DC944BE0-A189-57EB-F174-EF90CD6D4892}"/>
          </ac:cxnSpMkLst>
        </pc:cxnChg>
        <pc:cxnChg chg="del">
          <ac:chgData name="Sebastian Yesid Pacheco Rivera" userId="S::sebastian_ypacheco_soy.sena.edu.co#ext#@sena4.onmicrosoft.com::dd8a3589-baff-4d65-8a7b-223f290a9b59" providerId="AD" clId="Web-{55683166-F7B8-4CFD-8CD2-DC4D91C9ED5A}" dt="2025-07-11T18:01:09.038" v="364"/>
          <ac:cxnSpMkLst>
            <pc:docMk/>
            <pc:sldMk cId="50539056" sldId="557"/>
            <ac:cxnSpMk id="6" creationId="{89395501-E3CE-4CF9-3D3B-E40FE07C8AD8}"/>
          </ac:cxnSpMkLst>
        </pc:cxnChg>
      </pc:sldChg>
      <pc:sldChg chg="delSp del">
        <pc:chgData name="Sebastian Yesid Pacheco Rivera" userId="S::sebastian_ypacheco_soy.sena.edu.co#ext#@sena4.onmicrosoft.com::dd8a3589-baff-4d65-8a7b-223f290a9b59" providerId="AD" clId="Web-{55683166-F7B8-4CFD-8CD2-DC4D91C9ED5A}" dt="2025-07-11T18:00:23.538" v="347"/>
        <pc:sldMkLst>
          <pc:docMk/>
          <pc:sldMk cId="3684434972" sldId="558"/>
        </pc:sldMkLst>
        <pc:spChg chg="del">
          <ac:chgData name="Sebastian Yesid Pacheco Rivera" userId="S::sebastian_ypacheco_soy.sena.edu.co#ext#@sena4.onmicrosoft.com::dd8a3589-baff-4d65-8a7b-223f290a9b59" providerId="AD" clId="Web-{55683166-F7B8-4CFD-8CD2-DC4D91C9ED5A}" dt="2025-07-11T18:00:22.913" v="346"/>
          <ac:spMkLst>
            <pc:docMk/>
            <pc:sldMk cId="3684434972" sldId="558"/>
            <ac:spMk id="2" creationId="{B13804DA-B92F-713C-5A25-89277F00ED45}"/>
          </ac:spMkLst>
        </pc:spChg>
        <pc:spChg chg="del">
          <ac:chgData name="Sebastian Yesid Pacheco Rivera" userId="S::sebastian_ypacheco_soy.sena.edu.co#ext#@sena4.onmicrosoft.com::dd8a3589-baff-4d65-8a7b-223f290a9b59" providerId="AD" clId="Web-{55683166-F7B8-4CFD-8CD2-DC4D91C9ED5A}" dt="2025-07-11T18:00:22.913" v="345"/>
          <ac:spMkLst>
            <pc:docMk/>
            <pc:sldMk cId="3684434972" sldId="558"/>
            <ac:spMk id="3" creationId="{5324DA40-1ABE-073F-6C9F-5CD14F82F50E}"/>
          </ac:spMkLst>
        </pc:spChg>
        <pc:picChg chg="del">
          <ac:chgData name="Sebastian Yesid Pacheco Rivera" userId="S::sebastian_ypacheco_soy.sena.edu.co#ext#@sena4.onmicrosoft.com::dd8a3589-baff-4d65-8a7b-223f290a9b59" providerId="AD" clId="Web-{55683166-F7B8-4CFD-8CD2-DC4D91C9ED5A}" dt="2025-07-11T18:00:22.913" v="344"/>
          <ac:picMkLst>
            <pc:docMk/>
            <pc:sldMk cId="3684434972" sldId="558"/>
            <ac:picMk id="8" creationId="{A5A38BA6-D251-92F7-3780-48E0980745F8}"/>
          </ac:picMkLst>
        </pc:picChg>
        <pc:picChg chg="del">
          <ac:chgData name="Sebastian Yesid Pacheco Rivera" userId="S::sebastian_ypacheco_soy.sena.edu.co#ext#@sena4.onmicrosoft.com::dd8a3589-baff-4d65-8a7b-223f290a9b59" providerId="AD" clId="Web-{55683166-F7B8-4CFD-8CD2-DC4D91C9ED5A}" dt="2025-07-11T18:00:22.913" v="343"/>
          <ac:picMkLst>
            <pc:docMk/>
            <pc:sldMk cId="3684434972" sldId="558"/>
            <ac:picMk id="10" creationId="{598B1D5F-5A9F-7CC8-789A-F371ABE1021F}"/>
          </ac:picMkLst>
        </pc:picChg>
        <pc:picChg chg="del">
          <ac:chgData name="Sebastian Yesid Pacheco Rivera" userId="S::sebastian_ypacheco_soy.sena.edu.co#ext#@sena4.onmicrosoft.com::dd8a3589-baff-4d65-8a7b-223f290a9b59" providerId="AD" clId="Web-{55683166-F7B8-4CFD-8CD2-DC4D91C9ED5A}" dt="2025-07-11T18:00:22.913" v="342"/>
          <ac:picMkLst>
            <pc:docMk/>
            <pc:sldMk cId="3684434972" sldId="558"/>
            <ac:picMk id="12" creationId="{0BED7048-E266-29AD-7F4A-5BC1115DDEF7}"/>
          </ac:picMkLst>
        </pc:picChg>
      </pc:sldChg>
      <pc:sldChg chg="addSp modSp">
        <pc:chgData name="Sebastian Yesid Pacheco Rivera" userId="S::sebastian_ypacheco_soy.sena.edu.co#ext#@sena4.onmicrosoft.com::dd8a3589-baff-4d65-8a7b-223f290a9b59" providerId="AD" clId="Web-{55683166-F7B8-4CFD-8CD2-DC4D91C9ED5A}" dt="2025-07-11T18:30:47.290" v="515" actId="20577"/>
        <pc:sldMkLst>
          <pc:docMk/>
          <pc:sldMk cId="1382924506" sldId="561"/>
        </pc:sldMkLst>
        <pc:spChg chg="add mod">
          <ac:chgData name="Sebastian Yesid Pacheco Rivera" userId="S::sebastian_ypacheco_soy.sena.edu.co#ext#@sena4.onmicrosoft.com::dd8a3589-baff-4d65-8a7b-223f290a9b59" providerId="AD" clId="Web-{55683166-F7B8-4CFD-8CD2-DC4D91C9ED5A}" dt="2025-07-11T18:30:35.915" v="509" actId="20577"/>
          <ac:spMkLst>
            <pc:docMk/>
            <pc:sldMk cId="1382924506" sldId="561"/>
            <ac:spMk id="10" creationId="{4E4B056C-2773-E63E-8D02-4FA14F137781}"/>
          </ac:spMkLst>
        </pc:spChg>
        <pc:spChg chg="add mod">
          <ac:chgData name="Sebastian Yesid Pacheco Rivera" userId="S::sebastian_ypacheco_soy.sena.edu.co#ext#@sena4.onmicrosoft.com::dd8a3589-baff-4d65-8a7b-223f290a9b59" providerId="AD" clId="Web-{55683166-F7B8-4CFD-8CD2-DC4D91C9ED5A}" dt="2025-07-11T18:30:47.290" v="515" actId="20577"/>
          <ac:spMkLst>
            <pc:docMk/>
            <pc:sldMk cId="1382924506" sldId="561"/>
            <ac:spMk id="11" creationId="{FE560347-1740-6F7B-1C95-DDAC84428062}"/>
          </ac:spMkLst>
        </pc:spChg>
        <pc:picChg chg="add mod">
          <ac:chgData name="Sebastian Yesid Pacheco Rivera" userId="S::sebastian_ypacheco_soy.sena.edu.co#ext#@sena4.onmicrosoft.com::dd8a3589-baff-4d65-8a7b-223f290a9b59" providerId="AD" clId="Web-{55683166-F7B8-4CFD-8CD2-DC4D91C9ED5A}" dt="2025-07-11T18:30:18.712" v="505" actId="1076"/>
          <ac:picMkLst>
            <pc:docMk/>
            <pc:sldMk cId="1382924506" sldId="561"/>
            <ac:picMk id="4" creationId="{0CCC151E-C3AC-C9D9-F08A-EAB9F6900E30}"/>
          </ac:picMkLst>
        </pc:picChg>
        <pc:picChg chg="add mod">
          <ac:chgData name="Sebastian Yesid Pacheco Rivera" userId="S::sebastian_ypacheco_soy.sena.edu.co#ext#@sena4.onmicrosoft.com::dd8a3589-baff-4d65-8a7b-223f290a9b59" providerId="AD" clId="Web-{55683166-F7B8-4CFD-8CD2-DC4D91C9ED5A}" dt="2025-07-11T18:30:25.447" v="506" actId="1076"/>
          <ac:picMkLst>
            <pc:docMk/>
            <pc:sldMk cId="1382924506" sldId="561"/>
            <ac:picMk id="9" creationId="{A99A0245-800C-BA08-FEE3-4167B1B06C57}"/>
          </ac:picMkLst>
        </pc:picChg>
      </pc:sldChg>
      <pc:sldChg chg="addSp delSp add ord replId">
        <pc:chgData name="Sebastian Yesid Pacheco Rivera" userId="S::sebastian_ypacheco_soy.sena.edu.co#ext#@sena4.onmicrosoft.com::dd8a3589-baff-4d65-8a7b-223f290a9b59" providerId="AD" clId="Web-{55683166-F7B8-4CFD-8CD2-DC4D91C9ED5A}" dt="2025-07-11T17:58:06.304" v="268"/>
        <pc:sldMkLst>
          <pc:docMk/>
          <pc:sldMk cId="358022635" sldId="562"/>
        </pc:sldMkLst>
        <pc:spChg chg="del">
          <ac:chgData name="Sebastian Yesid Pacheco Rivera" userId="S::sebastian_ypacheco_soy.sena.edu.co#ext#@sena4.onmicrosoft.com::dd8a3589-baff-4d65-8a7b-223f290a9b59" providerId="AD" clId="Web-{55683166-F7B8-4CFD-8CD2-DC4D91C9ED5A}" dt="2025-07-11T17:56:23.007" v="253"/>
          <ac:spMkLst>
            <pc:docMk/>
            <pc:sldMk cId="358022635" sldId="562"/>
            <ac:spMk id="2" creationId="{3EE45FDF-E6FF-756F-5E70-8F3A9580DE7E}"/>
          </ac:spMkLst>
        </pc:spChg>
        <pc:spChg chg="del">
          <ac:chgData name="Sebastian Yesid Pacheco Rivera" userId="S::sebastian_ypacheco_soy.sena.edu.co#ext#@sena4.onmicrosoft.com::dd8a3589-baff-4d65-8a7b-223f290a9b59" providerId="AD" clId="Web-{55683166-F7B8-4CFD-8CD2-DC4D91C9ED5A}" dt="2025-07-11T17:56:22.991" v="252"/>
          <ac:spMkLst>
            <pc:docMk/>
            <pc:sldMk cId="358022635" sldId="562"/>
            <ac:spMk id="3" creationId="{140ACC35-011A-44BF-0AF3-47CB10F4B113}"/>
          </ac:spMkLst>
        </pc:spChg>
        <pc:spChg chg="del">
          <ac:chgData name="Sebastian Yesid Pacheco Rivera" userId="S::sebastian_ypacheco_soy.sena.edu.co#ext#@sena4.onmicrosoft.com::dd8a3589-baff-4d65-8a7b-223f290a9b59" providerId="AD" clId="Web-{55683166-F7B8-4CFD-8CD2-DC4D91C9ED5A}" dt="2025-07-11T17:56:22.991" v="251"/>
          <ac:spMkLst>
            <pc:docMk/>
            <pc:sldMk cId="358022635" sldId="562"/>
            <ac:spMk id="4" creationId="{4FEFF209-F9F8-E9C0-2A30-10113CD91E99}"/>
          </ac:spMkLst>
        </pc:spChg>
        <pc:spChg chg="add del">
          <ac:chgData name="Sebastian Yesid Pacheco Rivera" userId="S::sebastian_ypacheco_soy.sena.edu.co#ext#@sena4.onmicrosoft.com::dd8a3589-baff-4d65-8a7b-223f290a9b59" providerId="AD" clId="Web-{55683166-F7B8-4CFD-8CD2-DC4D91C9ED5A}" dt="2025-07-11T17:56:46.944" v="257"/>
          <ac:spMkLst>
            <pc:docMk/>
            <pc:sldMk cId="358022635" sldId="562"/>
            <ac:spMk id="7" creationId="{2ACE75F1-F343-8856-BC69-4BB6B82BF3E4}"/>
          </ac:spMkLst>
        </pc:spChg>
        <pc:spChg chg="del">
          <ac:chgData name="Sebastian Yesid Pacheco Rivera" userId="S::sebastian_ypacheco_soy.sena.edu.co#ext#@sena4.onmicrosoft.com::dd8a3589-baff-4d65-8a7b-223f290a9b59" providerId="AD" clId="Web-{55683166-F7B8-4CFD-8CD2-DC4D91C9ED5A}" dt="2025-07-11T17:56:22.991" v="248"/>
          <ac:spMkLst>
            <pc:docMk/>
            <pc:sldMk cId="358022635" sldId="562"/>
            <ac:spMk id="8" creationId="{ED7DE147-FB68-76C5-5441-93A4CF57E84A}"/>
          </ac:spMkLst>
        </pc:spChg>
        <pc:spChg chg="add del">
          <ac:chgData name="Sebastian Yesid Pacheco Rivera" userId="S::sebastian_ypacheco_soy.sena.edu.co#ext#@sena4.onmicrosoft.com::dd8a3589-baff-4d65-8a7b-223f290a9b59" providerId="AD" clId="Web-{55683166-F7B8-4CFD-8CD2-DC4D91C9ED5A}" dt="2025-07-11T17:56:46.944" v="257"/>
          <ac:spMkLst>
            <pc:docMk/>
            <pc:sldMk cId="358022635" sldId="562"/>
            <ac:spMk id="9" creationId="{A6C31FC2-6C63-0CB9-C78D-1723D5E9DD66}"/>
          </ac:spMkLst>
        </pc:spChg>
        <pc:spChg chg="add">
          <ac:chgData name="Sebastian Yesid Pacheco Rivera" userId="S::sebastian_ypacheco_soy.sena.edu.co#ext#@sena4.onmicrosoft.com::dd8a3589-baff-4d65-8a7b-223f290a9b59" providerId="AD" clId="Web-{55683166-F7B8-4CFD-8CD2-DC4D91C9ED5A}" dt="2025-07-11T17:57:58.913" v="267"/>
          <ac:spMkLst>
            <pc:docMk/>
            <pc:sldMk cId="358022635" sldId="562"/>
            <ac:spMk id="10" creationId="{2B951D1C-ACAB-30A9-933A-FC96DF28A2F0}"/>
          </ac:spMkLst>
        </pc:spChg>
        <pc:spChg chg="del">
          <ac:chgData name="Sebastian Yesid Pacheco Rivera" userId="S::sebastian_ypacheco_soy.sena.edu.co#ext#@sena4.onmicrosoft.com::dd8a3589-baff-4d65-8a7b-223f290a9b59" providerId="AD" clId="Web-{55683166-F7B8-4CFD-8CD2-DC4D91C9ED5A}" dt="2025-07-11T17:56:22.991" v="247"/>
          <ac:spMkLst>
            <pc:docMk/>
            <pc:sldMk cId="358022635" sldId="562"/>
            <ac:spMk id="11" creationId="{E0E62C1F-C61D-C153-55BB-2C280E82A653}"/>
          </ac:spMkLst>
        </pc:spChg>
        <pc:spChg chg="add">
          <ac:chgData name="Sebastian Yesid Pacheco Rivera" userId="S::sebastian_ypacheco_soy.sena.edu.co#ext#@sena4.onmicrosoft.com::dd8a3589-baff-4d65-8a7b-223f290a9b59" providerId="AD" clId="Web-{55683166-F7B8-4CFD-8CD2-DC4D91C9ED5A}" dt="2025-07-11T17:57:58.913" v="267"/>
          <ac:spMkLst>
            <pc:docMk/>
            <pc:sldMk cId="358022635" sldId="562"/>
            <ac:spMk id="12" creationId="{CF6697F3-B1A3-FADB-1243-D89866428CB1}"/>
          </ac:spMkLst>
        </pc:spChg>
        <pc:picChg chg="add">
          <ac:chgData name="Sebastian Yesid Pacheco Rivera" userId="S::sebastian_ypacheco_soy.sena.edu.co#ext#@sena4.onmicrosoft.com::dd8a3589-baff-4d65-8a7b-223f290a9b59" providerId="AD" clId="Web-{55683166-F7B8-4CFD-8CD2-DC4D91C9ED5A}" dt="2025-07-11T17:57:58.913" v="267"/>
          <ac:picMkLst>
            <pc:docMk/>
            <pc:sldMk cId="358022635" sldId="562"/>
            <ac:picMk id="14" creationId="{CBB8E863-134C-047E-564D-20E4D7521C87}"/>
          </ac:picMkLst>
        </pc:picChg>
        <pc:cxnChg chg="del">
          <ac:chgData name="Sebastian Yesid Pacheco Rivera" userId="S::sebastian_ypacheco_soy.sena.edu.co#ext#@sena4.onmicrosoft.com::dd8a3589-baff-4d65-8a7b-223f290a9b59" providerId="AD" clId="Web-{55683166-F7B8-4CFD-8CD2-DC4D91C9ED5A}" dt="2025-07-11T17:56:22.991" v="250"/>
          <ac:cxnSpMkLst>
            <pc:docMk/>
            <pc:sldMk cId="358022635" sldId="562"/>
            <ac:cxnSpMk id="5" creationId="{1CC94578-6FD8-8F33-B079-3E00072E7638}"/>
          </ac:cxnSpMkLst>
        </pc:cxnChg>
        <pc:cxnChg chg="del">
          <ac:chgData name="Sebastian Yesid Pacheco Rivera" userId="S::sebastian_ypacheco_soy.sena.edu.co#ext#@sena4.onmicrosoft.com::dd8a3589-baff-4d65-8a7b-223f290a9b59" providerId="AD" clId="Web-{55683166-F7B8-4CFD-8CD2-DC4D91C9ED5A}" dt="2025-07-11T17:56:22.991" v="249"/>
          <ac:cxnSpMkLst>
            <pc:docMk/>
            <pc:sldMk cId="358022635" sldId="562"/>
            <ac:cxnSpMk id="6" creationId="{0DED2EEF-2949-1201-0DF0-B4FD8A9D7CAA}"/>
          </ac:cxnSpMkLst>
        </pc:cxnChg>
        <pc:cxnChg chg="add">
          <ac:chgData name="Sebastian Yesid Pacheco Rivera" userId="S::sebastian_ypacheco_soy.sena.edu.co#ext#@sena4.onmicrosoft.com::dd8a3589-baff-4d65-8a7b-223f290a9b59" providerId="AD" clId="Web-{55683166-F7B8-4CFD-8CD2-DC4D91C9ED5A}" dt="2025-07-11T17:57:58.913" v="267"/>
          <ac:cxnSpMkLst>
            <pc:docMk/>
            <pc:sldMk cId="358022635" sldId="562"/>
            <ac:cxnSpMk id="13" creationId="{669DD18A-AB54-34AC-A662-0BDC60B050FF}"/>
          </ac:cxnSpMkLst>
        </pc:cxnChg>
      </pc:sldChg>
      <pc:sldChg chg="del">
        <pc:chgData name="Sebastian Yesid Pacheco Rivera" userId="S::sebastian_ypacheco_soy.sena.edu.co#ext#@sena4.onmicrosoft.com::dd8a3589-baff-4d65-8a7b-223f290a9b59" providerId="AD" clId="Web-{55683166-F7B8-4CFD-8CD2-DC4D91C9ED5A}" dt="2025-07-11T17:57:22.553" v="264"/>
        <pc:sldMkLst>
          <pc:docMk/>
          <pc:sldMk cId="1927877880" sldId="563"/>
        </pc:sldMkLst>
      </pc:sldChg>
      <pc:sldChg chg="addSp delSp modSp add replId">
        <pc:chgData name="Sebastian Yesid Pacheco Rivera" userId="S::sebastian_ypacheco_soy.sena.edu.co#ext#@sena4.onmicrosoft.com::dd8a3589-baff-4d65-8a7b-223f290a9b59" providerId="AD" clId="Web-{55683166-F7B8-4CFD-8CD2-DC4D91C9ED5A}" dt="2025-07-11T18:18:29.399" v="494" actId="1076"/>
        <pc:sldMkLst>
          <pc:docMk/>
          <pc:sldMk cId="2612418769" sldId="563"/>
        </pc:sldMkLst>
        <pc:spChg chg="del mod">
          <ac:chgData name="Sebastian Yesid Pacheco Rivera" userId="S::sebastian_ypacheco_soy.sena.edu.co#ext#@sena4.onmicrosoft.com::dd8a3589-baff-4d65-8a7b-223f290a9b59" providerId="AD" clId="Web-{55683166-F7B8-4CFD-8CD2-DC4D91C9ED5A}" dt="2025-07-11T17:58:38.163" v="278"/>
          <ac:spMkLst>
            <pc:docMk/>
            <pc:sldMk cId="2612418769" sldId="563"/>
            <ac:spMk id="2" creationId="{99A4665C-DD52-3D01-7D90-B5D8C9927467}"/>
          </ac:spMkLst>
        </pc:spChg>
        <pc:spChg chg="del">
          <ac:chgData name="Sebastian Yesid Pacheco Rivera" userId="S::sebastian_ypacheco_soy.sena.edu.co#ext#@sena4.onmicrosoft.com::dd8a3589-baff-4d65-8a7b-223f290a9b59" providerId="AD" clId="Web-{55683166-F7B8-4CFD-8CD2-DC4D91C9ED5A}" dt="2025-07-11T17:58:23.132" v="275"/>
          <ac:spMkLst>
            <pc:docMk/>
            <pc:sldMk cId="2612418769" sldId="563"/>
            <ac:spMk id="3" creationId="{73461148-4687-4D9D-DBCE-7C8BBDD998CE}"/>
          </ac:spMkLst>
        </pc:spChg>
        <pc:spChg chg="del">
          <ac:chgData name="Sebastian Yesid Pacheco Rivera" userId="S::sebastian_ypacheco_soy.sena.edu.co#ext#@sena4.onmicrosoft.com::dd8a3589-baff-4d65-8a7b-223f290a9b59" providerId="AD" clId="Web-{55683166-F7B8-4CFD-8CD2-DC4D91C9ED5A}" dt="2025-07-11T17:58:23.132" v="274"/>
          <ac:spMkLst>
            <pc:docMk/>
            <pc:sldMk cId="2612418769" sldId="563"/>
            <ac:spMk id="4" creationId="{4FA0345C-F3BD-F4F3-5706-4884B81A3CDB}"/>
          </ac:spMkLst>
        </pc:spChg>
        <pc:spChg chg="add">
          <ac:chgData name="Sebastian Yesid Pacheco Rivera" userId="S::sebastian_ypacheco_soy.sena.edu.co#ext#@sena4.onmicrosoft.com::dd8a3589-baff-4d65-8a7b-223f290a9b59" providerId="AD" clId="Web-{55683166-F7B8-4CFD-8CD2-DC4D91C9ED5A}" dt="2025-07-11T17:58:34.616" v="277"/>
          <ac:spMkLst>
            <pc:docMk/>
            <pc:sldMk cId="2612418769" sldId="563"/>
            <ac:spMk id="7" creationId="{2ACE75F1-F343-8856-BC69-4BB6B82BF3E4}"/>
          </ac:spMkLst>
        </pc:spChg>
        <pc:spChg chg="del">
          <ac:chgData name="Sebastian Yesid Pacheco Rivera" userId="S::sebastian_ypacheco_soy.sena.edu.co#ext#@sena4.onmicrosoft.com::dd8a3589-baff-4d65-8a7b-223f290a9b59" providerId="AD" clId="Web-{55683166-F7B8-4CFD-8CD2-DC4D91C9ED5A}" dt="2025-07-11T17:58:23.132" v="271"/>
          <ac:spMkLst>
            <pc:docMk/>
            <pc:sldMk cId="2612418769" sldId="563"/>
            <ac:spMk id="8" creationId="{64F5731D-F5F6-FBC5-3773-D11D27722D52}"/>
          </ac:spMkLst>
        </pc:spChg>
        <pc:spChg chg="add del mod">
          <ac:chgData name="Sebastian Yesid Pacheco Rivera" userId="S::sebastian_ypacheco_soy.sena.edu.co#ext#@sena4.onmicrosoft.com::dd8a3589-baff-4d65-8a7b-223f290a9b59" providerId="AD" clId="Web-{55683166-F7B8-4CFD-8CD2-DC4D91C9ED5A}" dt="2025-07-11T18:09:11.929" v="424"/>
          <ac:spMkLst>
            <pc:docMk/>
            <pc:sldMk cId="2612418769" sldId="563"/>
            <ac:spMk id="9" creationId="{A6C31FC2-6C63-0CB9-C78D-1723D5E9DD66}"/>
          </ac:spMkLst>
        </pc:spChg>
        <pc:spChg chg="del">
          <ac:chgData name="Sebastian Yesid Pacheco Rivera" userId="S::sebastian_ypacheco_soy.sena.edu.co#ext#@sena4.onmicrosoft.com::dd8a3589-baff-4d65-8a7b-223f290a9b59" providerId="AD" clId="Web-{55683166-F7B8-4CFD-8CD2-DC4D91C9ED5A}" dt="2025-07-11T17:58:23.132" v="270"/>
          <ac:spMkLst>
            <pc:docMk/>
            <pc:sldMk cId="2612418769" sldId="563"/>
            <ac:spMk id="11" creationId="{08DBDF45-48BB-000A-6237-1FC5ACF557BE}"/>
          </ac:spMkLst>
        </pc:spChg>
        <pc:spChg chg="add mod">
          <ac:chgData name="Sebastian Yesid Pacheco Rivera" userId="S::sebastian_ypacheco_soy.sena.edu.co#ext#@sena4.onmicrosoft.com::dd8a3589-baff-4d65-8a7b-223f290a9b59" providerId="AD" clId="Web-{55683166-F7B8-4CFD-8CD2-DC4D91C9ED5A}" dt="2025-07-11T18:17:55.321" v="488"/>
          <ac:spMkLst>
            <pc:docMk/>
            <pc:sldMk cId="2612418769" sldId="563"/>
            <ac:spMk id="20" creationId="{911D2D84-AC42-E83E-FB3F-1D3DCB9D8CB3}"/>
          </ac:spMkLst>
        </pc:spChg>
        <pc:spChg chg="add mod">
          <ac:chgData name="Sebastian Yesid Pacheco Rivera" userId="S::sebastian_ypacheco_soy.sena.edu.co#ext#@sena4.onmicrosoft.com::dd8a3589-baff-4d65-8a7b-223f290a9b59" providerId="AD" clId="Web-{55683166-F7B8-4CFD-8CD2-DC4D91C9ED5A}" dt="2025-07-11T18:17:55.321" v="489"/>
          <ac:spMkLst>
            <pc:docMk/>
            <pc:sldMk cId="2612418769" sldId="563"/>
            <ac:spMk id="21" creationId="{A1483C53-DD89-8CC4-0F88-B42B16DD1E94}"/>
          </ac:spMkLst>
        </pc:spChg>
        <pc:spChg chg="add mod">
          <ac:chgData name="Sebastian Yesid Pacheco Rivera" userId="S::sebastian_ypacheco_soy.sena.edu.co#ext#@sena4.onmicrosoft.com::dd8a3589-baff-4d65-8a7b-223f290a9b59" providerId="AD" clId="Web-{55683166-F7B8-4CFD-8CD2-DC4D91C9ED5A}" dt="2025-07-11T18:17:55.321" v="490"/>
          <ac:spMkLst>
            <pc:docMk/>
            <pc:sldMk cId="2612418769" sldId="563"/>
            <ac:spMk id="22" creationId="{6F3516DE-10F6-1667-C72D-E2F98813A527}"/>
          </ac:spMkLst>
        </pc:spChg>
        <pc:spChg chg="add mod">
          <ac:chgData name="Sebastian Yesid Pacheco Rivera" userId="S::sebastian_ypacheco_soy.sena.edu.co#ext#@sena4.onmicrosoft.com::dd8a3589-baff-4d65-8a7b-223f290a9b59" providerId="AD" clId="Web-{55683166-F7B8-4CFD-8CD2-DC4D91C9ED5A}" dt="2025-07-11T18:17:55.336" v="491"/>
          <ac:spMkLst>
            <pc:docMk/>
            <pc:sldMk cId="2612418769" sldId="563"/>
            <ac:spMk id="23" creationId="{41385486-82FD-0A4B-B2E7-64A292A16C4A}"/>
          </ac:spMkLst>
        </pc:spChg>
        <pc:picChg chg="add del mod">
          <ac:chgData name="Sebastian Yesid Pacheco Rivera" userId="S::sebastian_ypacheco_soy.sena.edu.co#ext#@sena4.onmicrosoft.com::dd8a3589-baff-4d65-8a7b-223f290a9b59" providerId="AD" clId="Web-{55683166-F7B8-4CFD-8CD2-DC4D91C9ED5A}" dt="2025-07-11T18:09:21.101" v="426"/>
          <ac:picMkLst>
            <pc:docMk/>
            <pc:sldMk cId="2612418769" sldId="563"/>
            <ac:picMk id="10" creationId="{2ED63555-B35B-72F5-4CAA-B12AD150C090}"/>
          </ac:picMkLst>
        </pc:picChg>
        <pc:picChg chg="add mod">
          <ac:chgData name="Sebastian Yesid Pacheco Rivera" userId="S::sebastian_ypacheco_soy.sena.edu.co#ext#@sena4.onmicrosoft.com::dd8a3589-baff-4d65-8a7b-223f290a9b59" providerId="AD" clId="Web-{55683166-F7B8-4CFD-8CD2-DC4D91C9ED5A}" dt="2025-07-11T18:16:32.461" v="468" actId="1076"/>
          <ac:picMkLst>
            <pc:docMk/>
            <pc:sldMk cId="2612418769" sldId="563"/>
            <ac:picMk id="12" creationId="{7C9F16DF-1027-F329-8868-87831C314FF6}"/>
          </ac:picMkLst>
        </pc:picChg>
        <pc:picChg chg="add mod">
          <ac:chgData name="Sebastian Yesid Pacheco Rivera" userId="S::sebastian_ypacheco_soy.sena.edu.co#ext#@sena4.onmicrosoft.com::dd8a3589-baff-4d65-8a7b-223f290a9b59" providerId="AD" clId="Web-{55683166-F7B8-4CFD-8CD2-DC4D91C9ED5A}" dt="2025-07-11T18:12:19.805" v="446" actId="1076"/>
          <ac:picMkLst>
            <pc:docMk/>
            <pc:sldMk cId="2612418769" sldId="563"/>
            <ac:picMk id="13" creationId="{18071336-38DE-9A18-BBA1-DA494D8C2085}"/>
          </ac:picMkLst>
        </pc:picChg>
        <pc:picChg chg="add del mod">
          <ac:chgData name="Sebastian Yesid Pacheco Rivera" userId="S::sebastian_ypacheco_soy.sena.edu.co#ext#@sena4.onmicrosoft.com::dd8a3589-baff-4d65-8a7b-223f290a9b59" providerId="AD" clId="Web-{55683166-F7B8-4CFD-8CD2-DC4D91C9ED5A}" dt="2025-07-11T18:11:32.976" v="440"/>
          <ac:picMkLst>
            <pc:docMk/>
            <pc:sldMk cId="2612418769" sldId="563"/>
            <ac:picMk id="14" creationId="{7255434F-C596-FD03-F0C5-1AE3A699C10B}"/>
          </ac:picMkLst>
        </pc:picChg>
        <pc:picChg chg="add mod modCrop">
          <ac:chgData name="Sebastian Yesid Pacheco Rivera" userId="S::sebastian_ypacheco_soy.sena.edu.co#ext#@sena4.onmicrosoft.com::dd8a3589-baff-4d65-8a7b-223f290a9b59" providerId="AD" clId="Web-{55683166-F7B8-4CFD-8CD2-DC4D91C9ED5A}" dt="2025-07-11T18:16:49.571" v="472" actId="14100"/>
          <ac:picMkLst>
            <pc:docMk/>
            <pc:sldMk cId="2612418769" sldId="563"/>
            <ac:picMk id="15" creationId="{25560E15-5F02-95B2-15E4-7630096BD890}"/>
          </ac:picMkLst>
        </pc:picChg>
        <pc:picChg chg="add mod">
          <ac:chgData name="Sebastian Yesid Pacheco Rivera" userId="S::sebastian_ypacheco_soy.sena.edu.co#ext#@sena4.onmicrosoft.com::dd8a3589-baff-4d65-8a7b-223f290a9b59" providerId="AD" clId="Web-{55683166-F7B8-4CFD-8CD2-DC4D91C9ED5A}" dt="2025-07-11T18:16:02.461" v="463" actId="1076"/>
          <ac:picMkLst>
            <pc:docMk/>
            <pc:sldMk cId="2612418769" sldId="563"/>
            <ac:picMk id="16" creationId="{ED2B800A-3F02-5C0A-87C8-7743902F0DB4}"/>
          </ac:picMkLst>
        </pc:picChg>
        <pc:picChg chg="add del mod">
          <ac:chgData name="Sebastian Yesid Pacheco Rivera" userId="S::sebastian_ypacheco_soy.sena.edu.co#ext#@sena4.onmicrosoft.com::dd8a3589-baff-4d65-8a7b-223f290a9b59" providerId="AD" clId="Web-{55683166-F7B8-4CFD-8CD2-DC4D91C9ED5A}" dt="2025-07-11T18:14:56.680" v="458"/>
          <ac:picMkLst>
            <pc:docMk/>
            <pc:sldMk cId="2612418769" sldId="563"/>
            <ac:picMk id="17" creationId="{BF99C8C2-6C18-9AB4-B48B-8A8B16858200}"/>
          </ac:picMkLst>
        </pc:picChg>
        <pc:picChg chg="add del mod">
          <ac:chgData name="Sebastian Yesid Pacheco Rivera" userId="S::sebastian_ypacheco_soy.sena.edu.co#ext#@sena4.onmicrosoft.com::dd8a3589-baff-4d65-8a7b-223f290a9b59" providerId="AD" clId="Web-{55683166-F7B8-4CFD-8CD2-DC4D91C9ED5A}" dt="2025-07-11T18:15:23.414" v="460"/>
          <ac:picMkLst>
            <pc:docMk/>
            <pc:sldMk cId="2612418769" sldId="563"/>
            <ac:picMk id="18" creationId="{6BA4844E-C267-4269-D214-84ACF9C13362}"/>
          </ac:picMkLst>
        </pc:picChg>
        <pc:picChg chg="add del mod">
          <ac:chgData name="Sebastian Yesid Pacheco Rivera" userId="S::sebastian_ypacheco_soy.sena.edu.co#ext#@sena4.onmicrosoft.com::dd8a3589-baff-4d65-8a7b-223f290a9b59" providerId="AD" clId="Web-{55683166-F7B8-4CFD-8CD2-DC4D91C9ED5A}" dt="2025-07-11T18:18:19.321" v="492"/>
          <ac:picMkLst>
            <pc:docMk/>
            <pc:sldMk cId="2612418769" sldId="563"/>
            <ac:picMk id="19" creationId="{B12D8A72-535F-F602-5415-C2373D3F3E55}"/>
          </ac:picMkLst>
        </pc:picChg>
        <pc:picChg chg="add mod">
          <ac:chgData name="Sebastian Yesid Pacheco Rivera" userId="S::sebastian_ypacheco_soy.sena.edu.co#ext#@sena4.onmicrosoft.com::dd8a3589-baff-4d65-8a7b-223f290a9b59" providerId="AD" clId="Web-{55683166-F7B8-4CFD-8CD2-DC4D91C9ED5A}" dt="2025-07-11T18:18:29.399" v="494" actId="1076"/>
          <ac:picMkLst>
            <pc:docMk/>
            <pc:sldMk cId="2612418769" sldId="563"/>
            <ac:picMk id="24" creationId="{61CAE943-8AF4-A5E1-B39A-1D532DC20548}"/>
          </ac:picMkLst>
        </pc:picChg>
        <pc:cxnChg chg="del">
          <ac:chgData name="Sebastian Yesid Pacheco Rivera" userId="S::sebastian_ypacheco_soy.sena.edu.co#ext#@sena4.onmicrosoft.com::dd8a3589-baff-4d65-8a7b-223f290a9b59" providerId="AD" clId="Web-{55683166-F7B8-4CFD-8CD2-DC4D91C9ED5A}" dt="2025-07-11T17:58:23.132" v="273"/>
          <ac:cxnSpMkLst>
            <pc:docMk/>
            <pc:sldMk cId="2612418769" sldId="563"/>
            <ac:cxnSpMk id="5" creationId="{870F3B63-3E10-CA7A-A71B-73D452F85461}"/>
          </ac:cxnSpMkLst>
        </pc:cxnChg>
        <pc:cxnChg chg="del">
          <ac:chgData name="Sebastian Yesid Pacheco Rivera" userId="S::sebastian_ypacheco_soy.sena.edu.co#ext#@sena4.onmicrosoft.com::dd8a3589-baff-4d65-8a7b-223f290a9b59" providerId="AD" clId="Web-{55683166-F7B8-4CFD-8CD2-DC4D91C9ED5A}" dt="2025-07-11T17:58:23.132" v="272"/>
          <ac:cxnSpMkLst>
            <pc:docMk/>
            <pc:sldMk cId="2612418769" sldId="563"/>
            <ac:cxnSpMk id="6" creationId="{BA00BA3C-4AA2-A638-DB9C-A7532511239D}"/>
          </ac:cxnSpMkLst>
        </pc:cxnChg>
      </pc:sldChg>
      <pc:sldChg chg="del">
        <pc:chgData name="Sebastian Yesid Pacheco Rivera" userId="S::sebastian_ypacheco_soy.sena.edu.co#ext#@sena4.onmicrosoft.com::dd8a3589-baff-4d65-8a7b-223f290a9b59" providerId="AD" clId="Web-{55683166-F7B8-4CFD-8CD2-DC4D91C9ED5A}" dt="2025-07-11T17:57:15.819" v="262"/>
        <pc:sldMkLst>
          <pc:docMk/>
          <pc:sldMk cId="2602965446" sldId="564"/>
        </pc:sldMkLst>
      </pc:sldChg>
      <pc:sldChg chg="addSp delSp add ord replId">
        <pc:chgData name="Sebastian Yesid Pacheco Rivera" userId="S::sebastian_ypacheco_soy.sena.edu.co#ext#@sena4.onmicrosoft.com::dd8a3589-baff-4d65-8a7b-223f290a9b59" providerId="AD" clId="Web-{55683166-F7B8-4CFD-8CD2-DC4D91C9ED5A}" dt="2025-07-11T17:59:14.304" v="297"/>
        <pc:sldMkLst>
          <pc:docMk/>
          <pc:sldMk cId="3628089789" sldId="564"/>
        </pc:sldMkLst>
        <pc:spChg chg="del">
          <ac:chgData name="Sebastian Yesid Pacheco Rivera" userId="S::sebastian_ypacheco_soy.sena.edu.co#ext#@sena4.onmicrosoft.com::dd8a3589-baff-4d65-8a7b-223f290a9b59" providerId="AD" clId="Web-{55683166-F7B8-4CFD-8CD2-DC4D91C9ED5A}" dt="2025-07-11T17:59:13.507" v="296"/>
          <ac:spMkLst>
            <pc:docMk/>
            <pc:sldMk cId="3628089789" sldId="564"/>
            <ac:spMk id="2" creationId="{E67E0CAF-143B-16B7-5A91-09B48A8800A5}"/>
          </ac:spMkLst>
        </pc:spChg>
        <pc:spChg chg="del">
          <ac:chgData name="Sebastian Yesid Pacheco Rivera" userId="S::sebastian_ypacheco_soy.sena.edu.co#ext#@sena4.onmicrosoft.com::dd8a3589-baff-4d65-8a7b-223f290a9b59" providerId="AD" clId="Web-{55683166-F7B8-4CFD-8CD2-DC4D91C9ED5A}" dt="2025-07-11T17:59:13.507" v="295"/>
          <ac:spMkLst>
            <pc:docMk/>
            <pc:sldMk cId="3628089789" sldId="564"/>
            <ac:spMk id="3" creationId="{1A19E967-824A-34C4-B412-AF53F37EFBBD}"/>
          </ac:spMkLst>
        </pc:spChg>
        <pc:spChg chg="del">
          <ac:chgData name="Sebastian Yesid Pacheco Rivera" userId="S::sebastian_ypacheco_soy.sena.edu.co#ext#@sena4.onmicrosoft.com::dd8a3589-baff-4d65-8a7b-223f290a9b59" providerId="AD" clId="Web-{55683166-F7B8-4CFD-8CD2-DC4D91C9ED5A}" dt="2025-07-11T17:59:13.507" v="294"/>
          <ac:spMkLst>
            <pc:docMk/>
            <pc:sldMk cId="3628089789" sldId="564"/>
            <ac:spMk id="4" creationId="{6EC02227-1C21-3C17-B452-F22B533734F8}"/>
          </ac:spMkLst>
        </pc:spChg>
        <pc:spChg chg="add">
          <ac:chgData name="Sebastian Yesid Pacheco Rivera" userId="S::sebastian_ypacheco_soy.sena.edu.co#ext#@sena4.onmicrosoft.com::dd8a3589-baff-4d65-8a7b-223f290a9b59" providerId="AD" clId="Web-{55683166-F7B8-4CFD-8CD2-DC4D91C9ED5A}" dt="2025-07-11T17:59:14.304" v="297"/>
          <ac:spMkLst>
            <pc:docMk/>
            <pc:sldMk cId="3628089789" sldId="564"/>
            <ac:spMk id="7" creationId="{2ACE75F1-F343-8856-BC69-4BB6B82BF3E4}"/>
          </ac:spMkLst>
        </pc:spChg>
        <pc:spChg chg="del">
          <ac:chgData name="Sebastian Yesid Pacheco Rivera" userId="S::sebastian_ypacheco_soy.sena.edu.co#ext#@sena4.onmicrosoft.com::dd8a3589-baff-4d65-8a7b-223f290a9b59" providerId="AD" clId="Web-{55683166-F7B8-4CFD-8CD2-DC4D91C9ED5A}" dt="2025-07-11T17:59:13.507" v="291"/>
          <ac:spMkLst>
            <pc:docMk/>
            <pc:sldMk cId="3628089789" sldId="564"/>
            <ac:spMk id="8" creationId="{BE6674E5-BC79-838A-2838-431CF6F8069E}"/>
          </ac:spMkLst>
        </pc:spChg>
        <pc:spChg chg="add">
          <ac:chgData name="Sebastian Yesid Pacheco Rivera" userId="S::sebastian_ypacheco_soy.sena.edu.co#ext#@sena4.onmicrosoft.com::dd8a3589-baff-4d65-8a7b-223f290a9b59" providerId="AD" clId="Web-{55683166-F7B8-4CFD-8CD2-DC4D91C9ED5A}" dt="2025-07-11T17:59:14.304" v="297"/>
          <ac:spMkLst>
            <pc:docMk/>
            <pc:sldMk cId="3628089789" sldId="564"/>
            <ac:spMk id="9" creationId="{A6C31FC2-6C63-0CB9-C78D-1723D5E9DD66}"/>
          </ac:spMkLst>
        </pc:spChg>
        <pc:spChg chg="add">
          <ac:chgData name="Sebastian Yesid Pacheco Rivera" userId="S::sebastian_ypacheco_soy.sena.edu.co#ext#@sena4.onmicrosoft.com::dd8a3589-baff-4d65-8a7b-223f290a9b59" providerId="AD" clId="Web-{55683166-F7B8-4CFD-8CD2-DC4D91C9ED5A}" dt="2025-07-11T17:59:14.304" v="297"/>
          <ac:spMkLst>
            <pc:docMk/>
            <pc:sldMk cId="3628089789" sldId="564"/>
            <ac:spMk id="10" creationId="{FD67EF74-97FA-4E7E-8059-D5B3E7D9357E}"/>
          </ac:spMkLst>
        </pc:spChg>
        <pc:spChg chg="del">
          <ac:chgData name="Sebastian Yesid Pacheco Rivera" userId="S::sebastian_ypacheco_soy.sena.edu.co#ext#@sena4.onmicrosoft.com::dd8a3589-baff-4d65-8a7b-223f290a9b59" providerId="AD" clId="Web-{55683166-F7B8-4CFD-8CD2-DC4D91C9ED5A}" dt="2025-07-11T17:59:13.507" v="290"/>
          <ac:spMkLst>
            <pc:docMk/>
            <pc:sldMk cId="3628089789" sldId="564"/>
            <ac:spMk id="11" creationId="{A6306271-1363-BB7F-1F60-1EDDDB19B30A}"/>
          </ac:spMkLst>
        </pc:spChg>
        <pc:spChg chg="add">
          <ac:chgData name="Sebastian Yesid Pacheco Rivera" userId="S::sebastian_ypacheco_soy.sena.edu.co#ext#@sena4.onmicrosoft.com::dd8a3589-baff-4d65-8a7b-223f290a9b59" providerId="AD" clId="Web-{55683166-F7B8-4CFD-8CD2-DC4D91C9ED5A}" dt="2025-07-11T17:59:14.304" v="297"/>
          <ac:spMkLst>
            <pc:docMk/>
            <pc:sldMk cId="3628089789" sldId="564"/>
            <ac:spMk id="14" creationId="{D4E47A20-5756-39E5-D5F3-9B87DD811886}"/>
          </ac:spMkLst>
        </pc:spChg>
        <pc:spChg chg="add">
          <ac:chgData name="Sebastian Yesid Pacheco Rivera" userId="S::sebastian_ypacheco_soy.sena.edu.co#ext#@sena4.onmicrosoft.com::dd8a3589-baff-4d65-8a7b-223f290a9b59" providerId="AD" clId="Web-{55683166-F7B8-4CFD-8CD2-DC4D91C9ED5A}" dt="2025-07-11T17:59:14.304" v="297"/>
          <ac:spMkLst>
            <pc:docMk/>
            <pc:sldMk cId="3628089789" sldId="564"/>
            <ac:spMk id="15" creationId="{FA9CFA80-EC06-C6C3-0DB8-B206E13194E8}"/>
          </ac:spMkLst>
        </pc:spChg>
        <pc:spChg chg="add">
          <ac:chgData name="Sebastian Yesid Pacheco Rivera" userId="S::sebastian_ypacheco_soy.sena.edu.co#ext#@sena4.onmicrosoft.com::dd8a3589-baff-4d65-8a7b-223f290a9b59" providerId="AD" clId="Web-{55683166-F7B8-4CFD-8CD2-DC4D91C9ED5A}" dt="2025-07-11T17:59:14.304" v="297"/>
          <ac:spMkLst>
            <pc:docMk/>
            <pc:sldMk cId="3628089789" sldId="564"/>
            <ac:spMk id="16" creationId="{8BFEF11C-507E-7B98-9D41-764FB3CA81F0}"/>
          </ac:spMkLst>
        </pc:spChg>
        <pc:cxnChg chg="del">
          <ac:chgData name="Sebastian Yesid Pacheco Rivera" userId="S::sebastian_ypacheco_soy.sena.edu.co#ext#@sena4.onmicrosoft.com::dd8a3589-baff-4d65-8a7b-223f290a9b59" providerId="AD" clId="Web-{55683166-F7B8-4CFD-8CD2-DC4D91C9ED5A}" dt="2025-07-11T17:59:13.507" v="293"/>
          <ac:cxnSpMkLst>
            <pc:docMk/>
            <pc:sldMk cId="3628089789" sldId="564"/>
            <ac:cxnSpMk id="5" creationId="{8BCB4C0F-02B6-D65C-79D5-0CE07717C3FE}"/>
          </ac:cxnSpMkLst>
        </pc:cxnChg>
        <pc:cxnChg chg="del">
          <ac:chgData name="Sebastian Yesid Pacheco Rivera" userId="S::sebastian_ypacheco_soy.sena.edu.co#ext#@sena4.onmicrosoft.com::dd8a3589-baff-4d65-8a7b-223f290a9b59" providerId="AD" clId="Web-{55683166-F7B8-4CFD-8CD2-DC4D91C9ED5A}" dt="2025-07-11T17:59:13.507" v="292"/>
          <ac:cxnSpMkLst>
            <pc:docMk/>
            <pc:sldMk cId="3628089789" sldId="564"/>
            <ac:cxnSpMk id="6" creationId="{E0BC0408-8375-7FF7-E343-EA025D3BCBC2}"/>
          </ac:cxnSpMkLst>
        </pc:cxnChg>
        <pc:cxnChg chg="add">
          <ac:chgData name="Sebastian Yesid Pacheco Rivera" userId="S::sebastian_ypacheco_soy.sena.edu.co#ext#@sena4.onmicrosoft.com::dd8a3589-baff-4d65-8a7b-223f290a9b59" providerId="AD" clId="Web-{55683166-F7B8-4CFD-8CD2-DC4D91C9ED5A}" dt="2025-07-11T17:59:14.304" v="297"/>
          <ac:cxnSpMkLst>
            <pc:docMk/>
            <pc:sldMk cId="3628089789" sldId="564"/>
            <ac:cxnSpMk id="12" creationId="{B50C08EB-D374-A4D3-ABB9-3CAE3CC1B8DF}"/>
          </ac:cxnSpMkLst>
        </pc:cxnChg>
        <pc:cxnChg chg="add">
          <ac:chgData name="Sebastian Yesid Pacheco Rivera" userId="S::sebastian_ypacheco_soy.sena.edu.co#ext#@sena4.onmicrosoft.com::dd8a3589-baff-4d65-8a7b-223f290a9b59" providerId="AD" clId="Web-{55683166-F7B8-4CFD-8CD2-DC4D91C9ED5A}" dt="2025-07-11T17:59:14.304" v="297"/>
          <ac:cxnSpMkLst>
            <pc:docMk/>
            <pc:sldMk cId="3628089789" sldId="564"/>
            <ac:cxnSpMk id="13" creationId="{95C7627A-1306-85C6-D0C1-01E6657A6230}"/>
          </ac:cxnSpMkLst>
        </pc:cxnChg>
      </pc:sldChg>
      <pc:sldChg chg="addSp delSp add replId">
        <pc:chgData name="Sebastian Yesid Pacheco Rivera" userId="S::sebastian_ypacheco_soy.sena.edu.co#ext#@sena4.onmicrosoft.com::dd8a3589-baff-4d65-8a7b-223f290a9b59" providerId="AD" clId="Web-{55683166-F7B8-4CFD-8CD2-DC4D91C9ED5A}" dt="2025-07-11T17:59:35.679" v="312"/>
        <pc:sldMkLst>
          <pc:docMk/>
          <pc:sldMk cId="1185904788" sldId="565"/>
        </pc:sldMkLst>
        <pc:spChg chg="add">
          <ac:chgData name="Sebastian Yesid Pacheco Rivera" userId="S::sebastian_ypacheco_soy.sena.edu.co#ext#@sena4.onmicrosoft.com::dd8a3589-baff-4d65-8a7b-223f290a9b59" providerId="AD" clId="Web-{55683166-F7B8-4CFD-8CD2-DC4D91C9ED5A}" dt="2025-07-11T17:59:35.679" v="312"/>
          <ac:spMkLst>
            <pc:docMk/>
            <pc:sldMk cId="1185904788" sldId="565"/>
            <ac:spMk id="2" creationId="{896AAF15-62AE-D158-4821-37D11116594A}"/>
          </ac:spMkLst>
        </pc:spChg>
        <pc:spChg chg="add">
          <ac:chgData name="Sebastian Yesid Pacheco Rivera" userId="S::sebastian_ypacheco_soy.sena.edu.co#ext#@sena4.onmicrosoft.com::dd8a3589-baff-4d65-8a7b-223f290a9b59" providerId="AD" clId="Web-{55683166-F7B8-4CFD-8CD2-DC4D91C9ED5A}" dt="2025-07-11T17:59:35.679" v="312"/>
          <ac:spMkLst>
            <pc:docMk/>
            <pc:sldMk cId="1185904788" sldId="565"/>
            <ac:spMk id="3" creationId="{211785BB-89BE-758F-F7EE-06B2FCBD1B23}"/>
          </ac:spMkLst>
        </pc:spChg>
        <pc:spChg chg="add">
          <ac:chgData name="Sebastian Yesid Pacheco Rivera" userId="S::sebastian_ypacheco_soy.sena.edu.co#ext#@sena4.onmicrosoft.com::dd8a3589-baff-4d65-8a7b-223f290a9b59" providerId="AD" clId="Web-{55683166-F7B8-4CFD-8CD2-DC4D91C9ED5A}" dt="2025-07-11T17:59:35.679" v="312"/>
          <ac:spMkLst>
            <pc:docMk/>
            <pc:sldMk cId="1185904788" sldId="565"/>
            <ac:spMk id="5" creationId="{2DB21563-97FF-4FFF-7229-9B0B253D58BE}"/>
          </ac:spMkLst>
        </pc:spChg>
        <pc:spChg chg="del">
          <ac:chgData name="Sebastian Yesid Pacheco Rivera" userId="S::sebastian_ypacheco_soy.sena.edu.co#ext#@sena4.onmicrosoft.com::dd8a3589-baff-4d65-8a7b-223f290a9b59" providerId="AD" clId="Web-{55683166-F7B8-4CFD-8CD2-DC4D91C9ED5A}" dt="2025-07-11T17:59:34.741" v="311"/>
          <ac:spMkLst>
            <pc:docMk/>
            <pc:sldMk cId="1185904788" sldId="565"/>
            <ac:spMk id="7" creationId="{0E103083-7388-A457-EB21-1E5CFDFD5B0F}"/>
          </ac:spMkLst>
        </pc:spChg>
        <pc:spChg chg="del">
          <ac:chgData name="Sebastian Yesid Pacheco Rivera" userId="S::sebastian_ypacheco_soy.sena.edu.co#ext#@sena4.onmicrosoft.com::dd8a3589-baff-4d65-8a7b-223f290a9b59" providerId="AD" clId="Web-{55683166-F7B8-4CFD-8CD2-DC4D91C9ED5A}" dt="2025-07-11T17:59:34.741" v="310"/>
          <ac:spMkLst>
            <pc:docMk/>
            <pc:sldMk cId="1185904788" sldId="565"/>
            <ac:spMk id="9" creationId="{85A3BCAE-71A5-E6DE-4FCB-54BB76E93876}"/>
          </ac:spMkLst>
        </pc:spChg>
        <pc:spChg chg="del">
          <ac:chgData name="Sebastian Yesid Pacheco Rivera" userId="S::sebastian_ypacheco_soy.sena.edu.co#ext#@sena4.onmicrosoft.com::dd8a3589-baff-4d65-8a7b-223f290a9b59" providerId="AD" clId="Web-{55683166-F7B8-4CFD-8CD2-DC4D91C9ED5A}" dt="2025-07-11T17:59:34.741" v="309"/>
          <ac:spMkLst>
            <pc:docMk/>
            <pc:sldMk cId="1185904788" sldId="565"/>
            <ac:spMk id="10" creationId="{9BAFA7AD-FFCE-B9FC-853D-6446330108BE}"/>
          </ac:spMkLst>
        </pc:spChg>
        <pc:spChg chg="del">
          <ac:chgData name="Sebastian Yesid Pacheco Rivera" userId="S::sebastian_ypacheco_soy.sena.edu.co#ext#@sena4.onmicrosoft.com::dd8a3589-baff-4d65-8a7b-223f290a9b59" providerId="AD" clId="Web-{55683166-F7B8-4CFD-8CD2-DC4D91C9ED5A}" dt="2025-07-11T17:59:34.741" v="306"/>
          <ac:spMkLst>
            <pc:docMk/>
            <pc:sldMk cId="1185904788" sldId="565"/>
            <ac:spMk id="14" creationId="{00995A0F-673A-7A5C-799C-7449D0094629}"/>
          </ac:spMkLst>
        </pc:spChg>
        <pc:spChg chg="del">
          <ac:chgData name="Sebastian Yesid Pacheco Rivera" userId="S::sebastian_ypacheco_soy.sena.edu.co#ext#@sena4.onmicrosoft.com::dd8a3589-baff-4d65-8a7b-223f290a9b59" providerId="AD" clId="Web-{55683166-F7B8-4CFD-8CD2-DC4D91C9ED5A}" dt="2025-07-11T17:59:34.741" v="305"/>
          <ac:spMkLst>
            <pc:docMk/>
            <pc:sldMk cId="1185904788" sldId="565"/>
            <ac:spMk id="15" creationId="{1AD6EEFD-5BA2-8E5A-B776-82756999F6A7}"/>
          </ac:spMkLst>
        </pc:spChg>
        <pc:spChg chg="del">
          <ac:chgData name="Sebastian Yesid Pacheco Rivera" userId="S::sebastian_ypacheco_soy.sena.edu.co#ext#@sena4.onmicrosoft.com::dd8a3589-baff-4d65-8a7b-223f290a9b59" providerId="AD" clId="Web-{55683166-F7B8-4CFD-8CD2-DC4D91C9ED5A}" dt="2025-07-11T17:59:34.741" v="304"/>
          <ac:spMkLst>
            <pc:docMk/>
            <pc:sldMk cId="1185904788" sldId="565"/>
            <ac:spMk id="16" creationId="{2A5CC807-5849-991E-42A1-767295C979E8}"/>
          </ac:spMkLst>
        </pc:spChg>
        <pc:picChg chg="add">
          <ac:chgData name="Sebastian Yesid Pacheco Rivera" userId="S::sebastian_ypacheco_soy.sena.edu.co#ext#@sena4.onmicrosoft.com::dd8a3589-baff-4d65-8a7b-223f290a9b59" providerId="AD" clId="Web-{55683166-F7B8-4CFD-8CD2-DC4D91C9ED5A}" dt="2025-07-11T17:59:35.679" v="312"/>
          <ac:picMkLst>
            <pc:docMk/>
            <pc:sldMk cId="1185904788" sldId="565"/>
            <ac:picMk id="6" creationId="{357D348E-2B88-C01E-BE2B-11F5AF7F011E}"/>
          </ac:picMkLst>
        </pc:picChg>
        <pc:cxnChg chg="add">
          <ac:chgData name="Sebastian Yesid Pacheco Rivera" userId="S::sebastian_ypacheco_soy.sena.edu.co#ext#@sena4.onmicrosoft.com::dd8a3589-baff-4d65-8a7b-223f290a9b59" providerId="AD" clId="Web-{55683166-F7B8-4CFD-8CD2-DC4D91C9ED5A}" dt="2025-07-11T17:59:35.679" v="312"/>
          <ac:cxnSpMkLst>
            <pc:docMk/>
            <pc:sldMk cId="1185904788" sldId="565"/>
            <ac:cxnSpMk id="4" creationId="{3BF2FFE3-171A-1DBF-F7D3-6A22DA3391B1}"/>
          </ac:cxnSpMkLst>
        </pc:cxnChg>
        <pc:cxnChg chg="del">
          <ac:chgData name="Sebastian Yesid Pacheco Rivera" userId="S::sebastian_ypacheco_soy.sena.edu.co#ext#@sena4.onmicrosoft.com::dd8a3589-baff-4d65-8a7b-223f290a9b59" providerId="AD" clId="Web-{55683166-F7B8-4CFD-8CD2-DC4D91C9ED5A}" dt="2025-07-11T17:59:34.741" v="308"/>
          <ac:cxnSpMkLst>
            <pc:docMk/>
            <pc:sldMk cId="1185904788" sldId="565"/>
            <ac:cxnSpMk id="12" creationId="{B1BF3AF0-3982-B35F-1EBA-70B0C359A450}"/>
          </ac:cxnSpMkLst>
        </pc:cxnChg>
        <pc:cxnChg chg="del">
          <ac:chgData name="Sebastian Yesid Pacheco Rivera" userId="S::sebastian_ypacheco_soy.sena.edu.co#ext#@sena4.onmicrosoft.com::dd8a3589-baff-4d65-8a7b-223f290a9b59" providerId="AD" clId="Web-{55683166-F7B8-4CFD-8CD2-DC4D91C9ED5A}" dt="2025-07-11T17:59:34.741" v="307"/>
          <ac:cxnSpMkLst>
            <pc:docMk/>
            <pc:sldMk cId="1185904788" sldId="565"/>
            <ac:cxnSpMk id="13" creationId="{2999E354-220F-9EAB-455C-BF959134C055}"/>
          </ac:cxnSpMkLst>
        </pc:cxnChg>
      </pc:sldChg>
      <pc:sldChg chg="del">
        <pc:chgData name="Sebastian Yesid Pacheco Rivera" userId="S::sebastian_ypacheco_soy.sena.edu.co#ext#@sena4.onmicrosoft.com::dd8a3589-baff-4d65-8a7b-223f290a9b59" providerId="AD" clId="Web-{55683166-F7B8-4CFD-8CD2-DC4D91C9ED5A}" dt="2025-07-11T17:57:22.569" v="265"/>
        <pc:sldMkLst>
          <pc:docMk/>
          <pc:sldMk cId="2329287521" sldId="566"/>
        </pc:sldMkLst>
      </pc:sldChg>
      <pc:sldChg chg="addSp delSp add replId">
        <pc:chgData name="Sebastian Yesid Pacheco Rivera" userId="S::sebastian_ypacheco_soy.sena.edu.co#ext#@sena4.onmicrosoft.com::dd8a3589-baff-4d65-8a7b-223f290a9b59" providerId="AD" clId="Web-{55683166-F7B8-4CFD-8CD2-DC4D91C9ED5A}" dt="2025-07-11T18:00:01.913" v="328"/>
        <pc:sldMkLst>
          <pc:docMk/>
          <pc:sldMk cId="2719876744" sldId="566"/>
        </pc:sldMkLst>
        <pc:spChg chg="del">
          <ac:chgData name="Sebastian Yesid Pacheco Rivera" userId="S::sebastian_ypacheco_soy.sena.edu.co#ext#@sena4.onmicrosoft.com::dd8a3589-baff-4d65-8a7b-223f290a9b59" providerId="AD" clId="Web-{55683166-F7B8-4CFD-8CD2-DC4D91C9ED5A}" dt="2025-07-11T18:00:01.069" v="327"/>
          <ac:spMkLst>
            <pc:docMk/>
            <pc:sldMk cId="2719876744" sldId="566"/>
            <ac:spMk id="2" creationId="{E3EFDFC2-8AAB-4329-2E4C-3384CD0A6C59}"/>
          </ac:spMkLst>
        </pc:spChg>
        <pc:spChg chg="del">
          <ac:chgData name="Sebastian Yesid Pacheco Rivera" userId="S::sebastian_ypacheco_soy.sena.edu.co#ext#@sena4.onmicrosoft.com::dd8a3589-baff-4d65-8a7b-223f290a9b59" providerId="AD" clId="Web-{55683166-F7B8-4CFD-8CD2-DC4D91C9ED5A}" dt="2025-07-11T18:00:01.069" v="326"/>
          <ac:spMkLst>
            <pc:docMk/>
            <pc:sldMk cId="2719876744" sldId="566"/>
            <ac:spMk id="3" creationId="{5774DDAC-D17C-DA85-179B-222D5343B3C2}"/>
          </ac:spMkLst>
        </pc:spChg>
        <pc:spChg chg="del">
          <ac:chgData name="Sebastian Yesid Pacheco Rivera" userId="S::sebastian_ypacheco_soy.sena.edu.co#ext#@sena4.onmicrosoft.com::dd8a3589-baff-4d65-8a7b-223f290a9b59" providerId="AD" clId="Web-{55683166-F7B8-4CFD-8CD2-DC4D91C9ED5A}" dt="2025-07-11T18:00:01.069" v="324"/>
          <ac:spMkLst>
            <pc:docMk/>
            <pc:sldMk cId="2719876744" sldId="566"/>
            <ac:spMk id="5" creationId="{E52471CA-6CCF-6EFC-EFF7-CC6D091E2888}"/>
          </ac:spMkLst>
        </pc:spChg>
        <pc:spChg chg="add del">
          <ac:chgData name="Sebastian Yesid Pacheco Rivera" userId="S::sebastian_ypacheco_soy.sena.edu.co#ext#@sena4.onmicrosoft.com::dd8a3589-baff-4d65-8a7b-223f290a9b59" providerId="AD" clId="Web-{55683166-F7B8-4CFD-8CD2-DC4D91C9ED5A}" dt="2025-07-11T17:59:58.335" v="322"/>
          <ac:spMkLst>
            <pc:docMk/>
            <pc:sldMk cId="2719876744" sldId="566"/>
            <ac:spMk id="7" creationId="{1C606BC9-E40C-9F09-C9AC-23FA39819ED6}"/>
          </ac:spMkLst>
        </pc:spChg>
        <pc:spChg chg="add del">
          <ac:chgData name="Sebastian Yesid Pacheco Rivera" userId="S::sebastian_ypacheco_soy.sena.edu.co#ext#@sena4.onmicrosoft.com::dd8a3589-baff-4d65-8a7b-223f290a9b59" providerId="AD" clId="Web-{55683166-F7B8-4CFD-8CD2-DC4D91C9ED5A}" dt="2025-07-11T17:59:58.335" v="322"/>
          <ac:spMkLst>
            <pc:docMk/>
            <pc:sldMk cId="2719876744" sldId="566"/>
            <ac:spMk id="8" creationId="{F36B6709-B359-A376-B6FF-DF0C60024BA9}"/>
          </ac:spMkLst>
        </pc:spChg>
        <pc:spChg chg="add del">
          <ac:chgData name="Sebastian Yesid Pacheco Rivera" userId="S::sebastian_ypacheco_soy.sena.edu.co#ext#@sena4.onmicrosoft.com::dd8a3589-baff-4d65-8a7b-223f290a9b59" providerId="AD" clId="Web-{55683166-F7B8-4CFD-8CD2-DC4D91C9ED5A}" dt="2025-07-11T17:59:58.335" v="322"/>
          <ac:spMkLst>
            <pc:docMk/>
            <pc:sldMk cId="2719876744" sldId="566"/>
            <ac:spMk id="10" creationId="{7C7548EA-3198-EC57-7D54-9939E0907792}"/>
          </ac:spMkLst>
        </pc:spChg>
        <pc:spChg chg="add">
          <ac:chgData name="Sebastian Yesid Pacheco Rivera" userId="S::sebastian_ypacheco_soy.sena.edu.co#ext#@sena4.onmicrosoft.com::dd8a3589-baff-4d65-8a7b-223f290a9b59" providerId="AD" clId="Web-{55683166-F7B8-4CFD-8CD2-DC4D91C9ED5A}" dt="2025-07-11T18:00:01.913" v="328"/>
          <ac:spMkLst>
            <pc:docMk/>
            <pc:sldMk cId="2719876744" sldId="566"/>
            <ac:spMk id="12" creationId="{4CCF93A4-BC9F-B517-1A1E-E60DE2626D3F}"/>
          </ac:spMkLst>
        </pc:spChg>
        <pc:spChg chg="add">
          <ac:chgData name="Sebastian Yesid Pacheco Rivera" userId="S::sebastian_ypacheco_soy.sena.edu.co#ext#@sena4.onmicrosoft.com::dd8a3589-baff-4d65-8a7b-223f290a9b59" providerId="AD" clId="Web-{55683166-F7B8-4CFD-8CD2-DC4D91C9ED5A}" dt="2025-07-11T18:00:01.913" v="328"/>
          <ac:spMkLst>
            <pc:docMk/>
            <pc:sldMk cId="2719876744" sldId="566"/>
            <ac:spMk id="13" creationId="{B3CC59AA-E274-94BE-82D6-A62F099C3218}"/>
          </ac:spMkLst>
        </pc:spChg>
        <pc:spChg chg="add">
          <ac:chgData name="Sebastian Yesid Pacheco Rivera" userId="S::sebastian_ypacheco_soy.sena.edu.co#ext#@sena4.onmicrosoft.com::dd8a3589-baff-4d65-8a7b-223f290a9b59" providerId="AD" clId="Web-{55683166-F7B8-4CFD-8CD2-DC4D91C9ED5A}" dt="2025-07-11T18:00:01.913" v="328"/>
          <ac:spMkLst>
            <pc:docMk/>
            <pc:sldMk cId="2719876744" sldId="566"/>
            <ac:spMk id="15" creationId="{BD0FC246-8899-2156-9D05-081E59E133F2}"/>
          </ac:spMkLst>
        </pc:spChg>
        <pc:picChg chg="del">
          <ac:chgData name="Sebastian Yesid Pacheco Rivera" userId="S::sebastian_ypacheco_soy.sena.edu.co#ext#@sena4.onmicrosoft.com::dd8a3589-baff-4d65-8a7b-223f290a9b59" providerId="AD" clId="Web-{55683166-F7B8-4CFD-8CD2-DC4D91C9ED5A}" dt="2025-07-11T18:00:01.069" v="323"/>
          <ac:picMkLst>
            <pc:docMk/>
            <pc:sldMk cId="2719876744" sldId="566"/>
            <ac:picMk id="6" creationId="{85EED9E1-FBFB-84C0-29D0-471022ADD608}"/>
          </ac:picMkLst>
        </pc:picChg>
        <pc:picChg chg="add del">
          <ac:chgData name="Sebastian Yesid Pacheco Rivera" userId="S::sebastian_ypacheco_soy.sena.edu.co#ext#@sena4.onmicrosoft.com::dd8a3589-baff-4d65-8a7b-223f290a9b59" providerId="AD" clId="Web-{55683166-F7B8-4CFD-8CD2-DC4D91C9ED5A}" dt="2025-07-11T17:59:58.335" v="322"/>
          <ac:picMkLst>
            <pc:docMk/>
            <pc:sldMk cId="2719876744" sldId="566"/>
            <ac:picMk id="11" creationId="{451BC266-7E4F-76B4-F9B5-27D5181D0BEC}"/>
          </ac:picMkLst>
        </pc:picChg>
        <pc:picChg chg="add">
          <ac:chgData name="Sebastian Yesid Pacheco Rivera" userId="S::sebastian_ypacheco_soy.sena.edu.co#ext#@sena4.onmicrosoft.com::dd8a3589-baff-4d65-8a7b-223f290a9b59" providerId="AD" clId="Web-{55683166-F7B8-4CFD-8CD2-DC4D91C9ED5A}" dt="2025-07-11T18:00:01.913" v="328"/>
          <ac:picMkLst>
            <pc:docMk/>
            <pc:sldMk cId="2719876744" sldId="566"/>
            <ac:picMk id="16" creationId="{8DD008C7-1B66-F87F-7262-5F99055DD37F}"/>
          </ac:picMkLst>
        </pc:picChg>
        <pc:cxnChg chg="del">
          <ac:chgData name="Sebastian Yesid Pacheco Rivera" userId="S::sebastian_ypacheco_soy.sena.edu.co#ext#@sena4.onmicrosoft.com::dd8a3589-baff-4d65-8a7b-223f290a9b59" providerId="AD" clId="Web-{55683166-F7B8-4CFD-8CD2-DC4D91C9ED5A}" dt="2025-07-11T18:00:01.069" v="325"/>
          <ac:cxnSpMkLst>
            <pc:docMk/>
            <pc:sldMk cId="2719876744" sldId="566"/>
            <ac:cxnSpMk id="4" creationId="{0981C4A2-6CD9-8C4B-41CA-FF2FCBF7D8CD}"/>
          </ac:cxnSpMkLst>
        </pc:cxnChg>
        <pc:cxnChg chg="add del">
          <ac:chgData name="Sebastian Yesid Pacheco Rivera" userId="S::sebastian_ypacheco_soy.sena.edu.co#ext#@sena4.onmicrosoft.com::dd8a3589-baff-4d65-8a7b-223f290a9b59" providerId="AD" clId="Web-{55683166-F7B8-4CFD-8CD2-DC4D91C9ED5A}" dt="2025-07-11T17:59:58.335" v="322"/>
          <ac:cxnSpMkLst>
            <pc:docMk/>
            <pc:sldMk cId="2719876744" sldId="566"/>
            <ac:cxnSpMk id="9" creationId="{EDC7234A-2C75-F087-6F2E-02B0366251A0}"/>
          </ac:cxnSpMkLst>
        </pc:cxnChg>
        <pc:cxnChg chg="add">
          <ac:chgData name="Sebastian Yesid Pacheco Rivera" userId="S::sebastian_ypacheco_soy.sena.edu.co#ext#@sena4.onmicrosoft.com::dd8a3589-baff-4d65-8a7b-223f290a9b59" providerId="AD" clId="Web-{55683166-F7B8-4CFD-8CD2-DC4D91C9ED5A}" dt="2025-07-11T18:00:01.913" v="328"/>
          <ac:cxnSpMkLst>
            <pc:docMk/>
            <pc:sldMk cId="2719876744" sldId="566"/>
            <ac:cxnSpMk id="14" creationId="{D0DFBEC9-7C8F-C6E4-A1B4-22BE5BCEB320}"/>
          </ac:cxnSpMkLst>
        </pc:cxnChg>
      </pc:sldChg>
      <pc:sldChg chg="addSp delSp add replId">
        <pc:chgData name="Sebastian Yesid Pacheco Rivera" userId="S::sebastian_ypacheco_soy.sena.edu.co#ext#@sena4.onmicrosoft.com::dd8a3589-baff-4d65-8a7b-223f290a9b59" providerId="AD" clId="Web-{55683166-F7B8-4CFD-8CD2-DC4D91C9ED5A}" dt="2025-07-11T18:00:15.929" v="341"/>
        <pc:sldMkLst>
          <pc:docMk/>
          <pc:sldMk cId="2428240985" sldId="567"/>
        </pc:sldMkLst>
        <pc:spChg chg="add">
          <ac:chgData name="Sebastian Yesid Pacheco Rivera" userId="S::sebastian_ypacheco_soy.sena.edu.co#ext#@sena4.onmicrosoft.com::dd8a3589-baff-4d65-8a7b-223f290a9b59" providerId="AD" clId="Web-{55683166-F7B8-4CFD-8CD2-DC4D91C9ED5A}" dt="2025-07-11T18:00:15.929" v="341"/>
          <ac:spMkLst>
            <pc:docMk/>
            <pc:sldMk cId="2428240985" sldId="567"/>
            <ac:spMk id="2" creationId="{787844E8-D7DB-2A1E-825C-97EE78DEB577}"/>
          </ac:spMkLst>
        </pc:spChg>
        <pc:spChg chg="add">
          <ac:chgData name="Sebastian Yesid Pacheco Rivera" userId="S::sebastian_ypacheco_soy.sena.edu.co#ext#@sena4.onmicrosoft.com::dd8a3589-baff-4d65-8a7b-223f290a9b59" providerId="AD" clId="Web-{55683166-F7B8-4CFD-8CD2-DC4D91C9ED5A}" dt="2025-07-11T18:00:15.929" v="341"/>
          <ac:spMkLst>
            <pc:docMk/>
            <pc:sldMk cId="2428240985" sldId="567"/>
            <ac:spMk id="3" creationId="{6B743D65-7718-8820-343A-AA1A2DC493DA}"/>
          </ac:spMkLst>
        </pc:spChg>
        <pc:spChg chg="add">
          <ac:chgData name="Sebastian Yesid Pacheco Rivera" userId="S::sebastian_ypacheco_soy.sena.edu.co#ext#@sena4.onmicrosoft.com::dd8a3589-baff-4d65-8a7b-223f290a9b59" providerId="AD" clId="Web-{55683166-F7B8-4CFD-8CD2-DC4D91C9ED5A}" dt="2025-07-11T18:00:15.929" v="341"/>
          <ac:spMkLst>
            <pc:docMk/>
            <pc:sldMk cId="2428240985" sldId="567"/>
            <ac:spMk id="4" creationId="{D79C24E2-89C7-3A00-3A10-23D1B7A890A2}"/>
          </ac:spMkLst>
        </pc:spChg>
        <pc:spChg chg="del">
          <ac:chgData name="Sebastian Yesid Pacheco Rivera" userId="S::sebastian_ypacheco_soy.sena.edu.co#ext#@sena4.onmicrosoft.com::dd8a3589-baff-4d65-8a7b-223f290a9b59" providerId="AD" clId="Web-{55683166-F7B8-4CFD-8CD2-DC4D91C9ED5A}" dt="2025-07-11T18:00:15.272" v="340"/>
          <ac:spMkLst>
            <pc:docMk/>
            <pc:sldMk cId="2428240985" sldId="567"/>
            <ac:spMk id="12" creationId="{FA92ADFB-8938-C99C-3B91-4887ED5D9BE6}"/>
          </ac:spMkLst>
        </pc:spChg>
        <pc:spChg chg="del">
          <ac:chgData name="Sebastian Yesid Pacheco Rivera" userId="S::sebastian_ypacheco_soy.sena.edu.co#ext#@sena4.onmicrosoft.com::dd8a3589-baff-4d65-8a7b-223f290a9b59" providerId="AD" clId="Web-{55683166-F7B8-4CFD-8CD2-DC4D91C9ED5A}" dt="2025-07-11T18:00:15.272" v="339"/>
          <ac:spMkLst>
            <pc:docMk/>
            <pc:sldMk cId="2428240985" sldId="567"/>
            <ac:spMk id="13" creationId="{45D47C8A-0A4A-C193-E56D-FA2B7D1A7A71}"/>
          </ac:spMkLst>
        </pc:spChg>
        <pc:spChg chg="del">
          <ac:chgData name="Sebastian Yesid Pacheco Rivera" userId="S::sebastian_ypacheco_soy.sena.edu.co#ext#@sena4.onmicrosoft.com::dd8a3589-baff-4d65-8a7b-223f290a9b59" providerId="AD" clId="Web-{55683166-F7B8-4CFD-8CD2-DC4D91C9ED5A}" dt="2025-07-11T18:00:15.272" v="337"/>
          <ac:spMkLst>
            <pc:docMk/>
            <pc:sldMk cId="2428240985" sldId="567"/>
            <ac:spMk id="15" creationId="{E660B078-C8B4-44D1-123A-E50D80867165}"/>
          </ac:spMkLst>
        </pc:spChg>
        <pc:picChg chg="add">
          <ac:chgData name="Sebastian Yesid Pacheco Rivera" userId="S::sebastian_ypacheco_soy.sena.edu.co#ext#@sena4.onmicrosoft.com::dd8a3589-baff-4d65-8a7b-223f290a9b59" providerId="AD" clId="Web-{55683166-F7B8-4CFD-8CD2-DC4D91C9ED5A}" dt="2025-07-11T18:00:15.929" v="341"/>
          <ac:picMkLst>
            <pc:docMk/>
            <pc:sldMk cId="2428240985" sldId="567"/>
            <ac:picMk id="6" creationId="{05A79F7A-FD52-58C2-7CA3-199B1F9DBD75}"/>
          </ac:picMkLst>
        </pc:picChg>
        <pc:picChg chg="del">
          <ac:chgData name="Sebastian Yesid Pacheco Rivera" userId="S::sebastian_ypacheco_soy.sena.edu.co#ext#@sena4.onmicrosoft.com::dd8a3589-baff-4d65-8a7b-223f290a9b59" providerId="AD" clId="Web-{55683166-F7B8-4CFD-8CD2-DC4D91C9ED5A}" dt="2025-07-11T18:00:15.272" v="336"/>
          <ac:picMkLst>
            <pc:docMk/>
            <pc:sldMk cId="2428240985" sldId="567"/>
            <ac:picMk id="16" creationId="{C2F6E1E7-B974-98F0-33F3-B2BC17D446E6}"/>
          </ac:picMkLst>
        </pc:picChg>
        <pc:cxnChg chg="add">
          <ac:chgData name="Sebastian Yesid Pacheco Rivera" userId="S::sebastian_ypacheco_soy.sena.edu.co#ext#@sena4.onmicrosoft.com::dd8a3589-baff-4d65-8a7b-223f290a9b59" providerId="AD" clId="Web-{55683166-F7B8-4CFD-8CD2-DC4D91C9ED5A}" dt="2025-07-11T18:00:15.929" v="341"/>
          <ac:cxnSpMkLst>
            <pc:docMk/>
            <pc:sldMk cId="2428240985" sldId="567"/>
            <ac:cxnSpMk id="5" creationId="{785107CF-307A-D7DA-2E43-43833B6F26E2}"/>
          </ac:cxnSpMkLst>
        </pc:cxnChg>
        <pc:cxnChg chg="del">
          <ac:chgData name="Sebastian Yesid Pacheco Rivera" userId="S::sebastian_ypacheco_soy.sena.edu.co#ext#@sena4.onmicrosoft.com::dd8a3589-baff-4d65-8a7b-223f290a9b59" providerId="AD" clId="Web-{55683166-F7B8-4CFD-8CD2-DC4D91C9ED5A}" dt="2025-07-11T18:00:15.272" v="338"/>
          <ac:cxnSpMkLst>
            <pc:docMk/>
            <pc:sldMk cId="2428240985" sldId="567"/>
            <ac:cxnSpMk id="14" creationId="{8DF8ECBC-416F-967B-3A6A-92C1F6524490}"/>
          </ac:cxnSpMkLst>
        </pc:cxnChg>
      </pc:sldChg>
      <pc:sldChg chg="addSp delSp add replId">
        <pc:chgData name="Sebastian Yesid Pacheco Rivera" userId="S::sebastian_ypacheco_soy.sena.edu.co#ext#@sena4.onmicrosoft.com::dd8a3589-baff-4d65-8a7b-223f290a9b59" providerId="AD" clId="Web-{55683166-F7B8-4CFD-8CD2-DC4D91C9ED5A}" dt="2025-07-11T18:00:29.804" v="354"/>
        <pc:sldMkLst>
          <pc:docMk/>
          <pc:sldMk cId="266164946" sldId="568"/>
        </pc:sldMkLst>
        <pc:spChg chg="del">
          <ac:chgData name="Sebastian Yesid Pacheco Rivera" userId="S::sebastian_ypacheco_soy.sena.edu.co#ext#@sena4.onmicrosoft.com::dd8a3589-baff-4d65-8a7b-223f290a9b59" providerId="AD" clId="Web-{55683166-F7B8-4CFD-8CD2-DC4D91C9ED5A}" dt="2025-07-11T18:00:29.163" v="353"/>
          <ac:spMkLst>
            <pc:docMk/>
            <pc:sldMk cId="266164946" sldId="568"/>
            <ac:spMk id="2" creationId="{708AFD63-2C76-EADD-C49E-C5A50897E0E3}"/>
          </ac:spMkLst>
        </pc:spChg>
        <pc:spChg chg="del">
          <ac:chgData name="Sebastian Yesid Pacheco Rivera" userId="S::sebastian_ypacheco_soy.sena.edu.co#ext#@sena4.onmicrosoft.com::dd8a3589-baff-4d65-8a7b-223f290a9b59" providerId="AD" clId="Web-{55683166-F7B8-4CFD-8CD2-DC4D91C9ED5A}" dt="2025-07-11T18:00:29.163" v="352"/>
          <ac:spMkLst>
            <pc:docMk/>
            <pc:sldMk cId="266164946" sldId="568"/>
            <ac:spMk id="3" creationId="{E8BC4F28-00B2-2EDD-47DC-B9F1DCEDD7BE}"/>
          </ac:spMkLst>
        </pc:spChg>
        <pc:spChg chg="del">
          <ac:chgData name="Sebastian Yesid Pacheco Rivera" userId="S::sebastian_ypacheco_soy.sena.edu.co#ext#@sena4.onmicrosoft.com::dd8a3589-baff-4d65-8a7b-223f290a9b59" providerId="AD" clId="Web-{55683166-F7B8-4CFD-8CD2-DC4D91C9ED5A}" dt="2025-07-11T18:00:29.163" v="351"/>
          <ac:spMkLst>
            <pc:docMk/>
            <pc:sldMk cId="266164946" sldId="568"/>
            <ac:spMk id="4" creationId="{C47D8EE4-3EC6-16D1-F347-CC872D48A5E3}"/>
          </ac:spMkLst>
        </pc:spChg>
        <pc:spChg chg="add">
          <ac:chgData name="Sebastian Yesid Pacheco Rivera" userId="S::sebastian_ypacheco_soy.sena.edu.co#ext#@sena4.onmicrosoft.com::dd8a3589-baff-4d65-8a7b-223f290a9b59" providerId="AD" clId="Web-{55683166-F7B8-4CFD-8CD2-DC4D91C9ED5A}" dt="2025-07-11T18:00:29.804" v="354"/>
          <ac:spMkLst>
            <pc:docMk/>
            <pc:sldMk cId="266164946" sldId="568"/>
            <ac:spMk id="7" creationId="{B13804DA-B92F-713C-5A25-89277F00ED45}"/>
          </ac:spMkLst>
        </pc:spChg>
        <pc:spChg chg="add">
          <ac:chgData name="Sebastian Yesid Pacheco Rivera" userId="S::sebastian_ypacheco_soy.sena.edu.co#ext#@sena4.onmicrosoft.com::dd8a3589-baff-4d65-8a7b-223f290a9b59" providerId="AD" clId="Web-{55683166-F7B8-4CFD-8CD2-DC4D91C9ED5A}" dt="2025-07-11T18:00:29.804" v="354"/>
          <ac:spMkLst>
            <pc:docMk/>
            <pc:sldMk cId="266164946" sldId="568"/>
            <ac:spMk id="8" creationId="{5324DA40-1ABE-073F-6C9F-5CD14F82F50E}"/>
          </ac:spMkLst>
        </pc:spChg>
        <pc:picChg chg="del">
          <ac:chgData name="Sebastian Yesid Pacheco Rivera" userId="S::sebastian_ypacheco_soy.sena.edu.co#ext#@sena4.onmicrosoft.com::dd8a3589-baff-4d65-8a7b-223f290a9b59" providerId="AD" clId="Web-{55683166-F7B8-4CFD-8CD2-DC4D91C9ED5A}" dt="2025-07-11T18:00:29.163" v="349"/>
          <ac:picMkLst>
            <pc:docMk/>
            <pc:sldMk cId="266164946" sldId="568"/>
            <ac:picMk id="6" creationId="{04BFBF8A-344F-7DCD-1DCC-B7E32E3920C4}"/>
          </ac:picMkLst>
        </pc:picChg>
        <pc:picChg chg="add">
          <ac:chgData name="Sebastian Yesid Pacheco Rivera" userId="S::sebastian_ypacheco_soy.sena.edu.co#ext#@sena4.onmicrosoft.com::dd8a3589-baff-4d65-8a7b-223f290a9b59" providerId="AD" clId="Web-{55683166-F7B8-4CFD-8CD2-DC4D91C9ED5A}" dt="2025-07-11T18:00:29.804" v="354"/>
          <ac:picMkLst>
            <pc:docMk/>
            <pc:sldMk cId="266164946" sldId="568"/>
            <ac:picMk id="9" creationId="{A5A38BA6-D251-92F7-3780-48E0980745F8}"/>
          </ac:picMkLst>
        </pc:picChg>
        <pc:picChg chg="add">
          <ac:chgData name="Sebastian Yesid Pacheco Rivera" userId="S::sebastian_ypacheco_soy.sena.edu.co#ext#@sena4.onmicrosoft.com::dd8a3589-baff-4d65-8a7b-223f290a9b59" providerId="AD" clId="Web-{55683166-F7B8-4CFD-8CD2-DC4D91C9ED5A}" dt="2025-07-11T18:00:29.804" v="354"/>
          <ac:picMkLst>
            <pc:docMk/>
            <pc:sldMk cId="266164946" sldId="568"/>
            <ac:picMk id="10" creationId="{598B1D5F-5A9F-7CC8-789A-F371ABE1021F}"/>
          </ac:picMkLst>
        </pc:picChg>
        <pc:picChg chg="add">
          <ac:chgData name="Sebastian Yesid Pacheco Rivera" userId="S::sebastian_ypacheco_soy.sena.edu.co#ext#@sena4.onmicrosoft.com::dd8a3589-baff-4d65-8a7b-223f290a9b59" providerId="AD" clId="Web-{55683166-F7B8-4CFD-8CD2-DC4D91C9ED5A}" dt="2025-07-11T18:00:29.804" v="354"/>
          <ac:picMkLst>
            <pc:docMk/>
            <pc:sldMk cId="266164946" sldId="568"/>
            <ac:picMk id="11" creationId="{0BED7048-E266-29AD-7F4A-5BC1115DDEF7}"/>
          </ac:picMkLst>
        </pc:picChg>
        <pc:cxnChg chg="del">
          <ac:chgData name="Sebastian Yesid Pacheco Rivera" userId="S::sebastian_ypacheco_soy.sena.edu.co#ext#@sena4.onmicrosoft.com::dd8a3589-baff-4d65-8a7b-223f290a9b59" providerId="AD" clId="Web-{55683166-F7B8-4CFD-8CD2-DC4D91C9ED5A}" dt="2025-07-11T18:00:29.163" v="350"/>
          <ac:cxnSpMkLst>
            <pc:docMk/>
            <pc:sldMk cId="266164946" sldId="568"/>
            <ac:cxnSpMk id="5" creationId="{97AF229F-B9B9-4C65-65F3-143EE632FE19}"/>
          </ac:cxnSpMkLst>
        </pc:cxnChg>
      </pc:sldChg>
      <pc:sldChg chg="add del ord replId">
        <pc:chgData name="Sebastian Yesid Pacheco Rivera" userId="S::sebastian_ypacheco_soy.sena.edu.co#ext#@sena4.onmicrosoft.com::dd8a3589-baff-4d65-8a7b-223f290a9b59" providerId="AD" clId="Web-{55683166-F7B8-4CFD-8CD2-DC4D91C9ED5A}" dt="2025-07-11T18:01:02.069" v="360"/>
        <pc:sldMkLst>
          <pc:docMk/>
          <pc:sldMk cId="3863239330" sldId="569"/>
        </pc:sldMkLst>
      </pc:sldChg>
      <pc:sldChg chg="add replId">
        <pc:chgData name="Sebastian Yesid Pacheco Rivera" userId="S::sebastian_ypacheco_soy.sena.edu.co#ext#@sena4.onmicrosoft.com::dd8a3589-baff-4d65-8a7b-223f290a9b59" providerId="AD" clId="Web-{55683166-F7B8-4CFD-8CD2-DC4D91C9ED5A}" dt="2025-07-11T18:01:05.726" v="361"/>
        <pc:sldMkLst>
          <pc:docMk/>
          <pc:sldMk cId="4057123315" sldId="569"/>
        </pc:sldMkLst>
      </pc:sldChg>
      <pc:sldChg chg="add replId">
        <pc:chgData name="Sebastian Yesid Pacheco Rivera" userId="S::sebastian_ypacheco_soy.sena.edu.co#ext#@sena4.onmicrosoft.com::dd8a3589-baff-4d65-8a7b-223f290a9b59" providerId="AD" clId="Web-{55683166-F7B8-4CFD-8CD2-DC4D91C9ED5A}" dt="2025-07-11T18:03:59.820" v="397"/>
        <pc:sldMkLst>
          <pc:docMk/>
          <pc:sldMk cId="3196364947" sldId="570"/>
        </pc:sldMkLst>
      </pc:sldChg>
      <pc:sldChg chg="del">
        <pc:chgData name="Sebastian Yesid Pacheco Rivera" userId="S::sebastian_ypacheco_soy.sena.edu.co#ext#@sena4.onmicrosoft.com::dd8a3589-baff-4d65-8a7b-223f290a9b59" providerId="AD" clId="Web-{55683166-F7B8-4CFD-8CD2-DC4D91C9ED5A}" dt="2025-07-11T17:57:14.147" v="258"/>
        <pc:sldMkLst>
          <pc:docMk/>
          <pc:sldMk cId="2170684409" sldId="571"/>
        </pc:sldMkLst>
      </pc:sldChg>
      <pc:sldChg chg="del">
        <pc:chgData name="Sebastian Yesid Pacheco Rivera" userId="S::sebastian_ypacheco_soy.sena.edu.co#ext#@sena4.onmicrosoft.com::dd8a3589-baff-4d65-8a7b-223f290a9b59" providerId="AD" clId="Web-{55683166-F7B8-4CFD-8CD2-DC4D91C9ED5A}" dt="2025-07-11T17:57:14.147" v="261"/>
        <pc:sldMkLst>
          <pc:docMk/>
          <pc:sldMk cId="4008705050" sldId="572"/>
        </pc:sldMkLst>
      </pc:sldChg>
      <pc:sldChg chg="del">
        <pc:chgData name="Sebastian Yesid Pacheco Rivera" userId="S::sebastian_ypacheco_soy.sena.edu.co#ext#@sena4.onmicrosoft.com::dd8a3589-baff-4d65-8a7b-223f290a9b59" providerId="AD" clId="Web-{55683166-F7B8-4CFD-8CD2-DC4D91C9ED5A}" dt="2025-07-11T17:57:14.147" v="260"/>
        <pc:sldMkLst>
          <pc:docMk/>
          <pc:sldMk cId="4139308971" sldId="573"/>
        </pc:sldMkLst>
      </pc:sldChg>
      <pc:sldChg chg="del">
        <pc:chgData name="Sebastian Yesid Pacheco Rivera" userId="S::sebastian_ypacheco_soy.sena.edu.co#ext#@sena4.onmicrosoft.com::dd8a3589-baff-4d65-8a7b-223f290a9b59" providerId="AD" clId="Web-{55683166-F7B8-4CFD-8CD2-DC4D91C9ED5A}" dt="2025-07-11T17:57:14.147" v="259"/>
        <pc:sldMkLst>
          <pc:docMk/>
          <pc:sldMk cId="2556097869" sldId="574"/>
        </pc:sldMkLst>
      </pc:sldChg>
    </pc:docChg>
  </pc:docChgLst>
  <pc:docChgLst>
    <pc:chgData name="Einit Natalia Barajas Figueroa" userId="S::einit_barajas_soy.sena.edu.co#ext#@sena4.onmicrosoft.com::fc0b25c1-fd4c-4cd6-87fa-59bd7e2a3bf2" providerId="AD" clId="Web-{D358A6C2-12F1-32A1-9530-2327C16ACA3E}"/>
    <pc:docChg chg="modSld">
      <pc:chgData name="Einit Natalia Barajas Figueroa" userId="S::einit_barajas_soy.sena.edu.co#ext#@sena4.onmicrosoft.com::fc0b25c1-fd4c-4cd6-87fa-59bd7e2a3bf2" providerId="AD" clId="Web-{D358A6C2-12F1-32A1-9530-2327C16ACA3E}" dt="2025-05-09T20:18:08.813" v="1" actId="20577"/>
      <pc:docMkLst>
        <pc:docMk/>
      </pc:docMkLst>
      <pc:sldChg chg="modSp">
        <pc:chgData name="Einit Natalia Barajas Figueroa" userId="S::einit_barajas_soy.sena.edu.co#ext#@sena4.onmicrosoft.com::fc0b25c1-fd4c-4cd6-87fa-59bd7e2a3bf2" providerId="AD" clId="Web-{D358A6C2-12F1-32A1-9530-2327C16ACA3E}" dt="2025-05-09T20:18:08.813" v="1" actId="20577"/>
        <pc:sldMkLst>
          <pc:docMk/>
          <pc:sldMk cId="1124616190" sldId="539"/>
        </pc:sldMkLst>
      </pc:sldChg>
    </pc:docChg>
  </pc:docChgLst>
  <pc:docChgLst>
    <pc:chgData name="Einit Natalia Barajas Figueroa" userId="S::einit_barajas_soy.sena.edu.co#ext#@sena4.onmicrosoft.com::fc0b25c1-fd4c-4cd6-87fa-59bd7e2a3bf2" providerId="AD" clId="Web-{7B1D1C4F-E679-6F5C-F6FC-F2875D5D4404}"/>
    <pc:docChg chg="modSld">
      <pc:chgData name="Einit Natalia Barajas Figueroa" userId="S::einit_barajas_soy.sena.edu.co#ext#@sena4.onmicrosoft.com::fc0b25c1-fd4c-4cd6-87fa-59bd7e2a3bf2" providerId="AD" clId="Web-{7B1D1C4F-E679-6F5C-F6FC-F2875D5D4404}" dt="2025-05-15T19:00:24.566" v="151" actId="20577"/>
      <pc:docMkLst>
        <pc:docMk/>
      </pc:docMkLst>
      <pc:sldChg chg="modSp">
        <pc:chgData name="Einit Natalia Barajas Figueroa" userId="S::einit_barajas_soy.sena.edu.co#ext#@sena4.onmicrosoft.com::fc0b25c1-fd4c-4cd6-87fa-59bd7e2a3bf2" providerId="AD" clId="Web-{7B1D1C4F-E679-6F5C-F6FC-F2875D5D4404}" dt="2025-05-15T18:51:25.360" v="105" actId="20577"/>
        <pc:sldMkLst>
          <pc:docMk/>
          <pc:sldMk cId="1980261243" sldId="545"/>
        </pc:sldMkLst>
      </pc:sldChg>
      <pc:sldChg chg="modSp">
        <pc:chgData name="Einit Natalia Barajas Figueroa" userId="S::einit_barajas_soy.sena.edu.co#ext#@sena4.onmicrosoft.com::fc0b25c1-fd4c-4cd6-87fa-59bd7e2a3bf2" providerId="AD" clId="Web-{7B1D1C4F-E679-6F5C-F6FC-F2875D5D4404}" dt="2025-05-15T19:00:24.566" v="151" actId="20577"/>
        <pc:sldMkLst>
          <pc:docMk/>
          <pc:sldMk cId="232461337" sldId="553"/>
        </pc:sldMkLst>
      </pc:sldChg>
      <pc:sldChg chg="modSp">
        <pc:chgData name="Einit Natalia Barajas Figueroa" userId="S::einit_barajas_soy.sena.edu.co#ext#@sena4.onmicrosoft.com::fc0b25c1-fd4c-4cd6-87fa-59bd7e2a3bf2" providerId="AD" clId="Web-{7B1D1C4F-E679-6F5C-F6FC-F2875D5D4404}" dt="2025-05-15T18:51:32.438" v="107" actId="20577"/>
        <pc:sldMkLst>
          <pc:docMk/>
          <pc:sldMk cId="354660886" sldId="555"/>
        </pc:sldMkLst>
      </pc:sldChg>
      <pc:sldChg chg="modSp">
        <pc:chgData name="Einit Natalia Barajas Figueroa" userId="S::einit_barajas_soy.sena.edu.co#ext#@sena4.onmicrosoft.com::fc0b25c1-fd4c-4cd6-87fa-59bd7e2a3bf2" providerId="AD" clId="Web-{7B1D1C4F-E679-6F5C-F6FC-F2875D5D4404}" dt="2025-05-15T18:51:02.031" v="103" actId="20577"/>
        <pc:sldMkLst>
          <pc:docMk/>
          <pc:sldMk cId="50539056" sldId="557"/>
        </pc:sldMkLst>
      </pc:sldChg>
    </pc:docChg>
  </pc:docChgLst>
  <pc:docChgLst>
    <pc:chgData name="Einit Natalia Barajas Figueroa" userId="S::einit_barajas_soy.sena.edu.co#ext#@sena4.onmicrosoft.com::fc0b25c1-fd4c-4cd6-87fa-59bd7e2a3bf2" providerId="AD" clId="Web-{EEC57ED9-44FB-DE1C-405A-EC7F0E982A0E}"/>
    <pc:docChg chg="modSld sldOrd">
      <pc:chgData name="Einit Natalia Barajas Figueroa" userId="S::einit_barajas_soy.sena.edu.co#ext#@sena4.onmicrosoft.com::fc0b25c1-fd4c-4cd6-87fa-59bd7e2a3bf2" providerId="AD" clId="Web-{EEC57ED9-44FB-DE1C-405A-EC7F0E982A0E}" dt="2025-05-15T18:26:00.365" v="2"/>
      <pc:docMkLst>
        <pc:docMk/>
      </pc:docMkLst>
      <pc:sldChg chg="modSp">
        <pc:chgData name="Einit Natalia Barajas Figueroa" userId="S::einit_barajas_soy.sena.edu.co#ext#@sena4.onmicrosoft.com::fc0b25c1-fd4c-4cd6-87fa-59bd7e2a3bf2" providerId="AD" clId="Web-{EEC57ED9-44FB-DE1C-405A-EC7F0E982A0E}" dt="2025-05-15T18:23:28.317" v="0" actId="1076"/>
        <pc:sldMkLst>
          <pc:docMk/>
          <pc:sldMk cId="1988322222" sldId="550"/>
        </pc:sldMkLst>
      </pc:sldChg>
      <pc:sldChg chg="ord">
        <pc:chgData name="Einit Natalia Barajas Figueroa" userId="S::einit_barajas_soy.sena.edu.co#ext#@sena4.onmicrosoft.com::fc0b25c1-fd4c-4cd6-87fa-59bd7e2a3bf2" providerId="AD" clId="Web-{EEC57ED9-44FB-DE1C-405A-EC7F0E982A0E}" dt="2025-05-15T18:26:00.365" v="2"/>
        <pc:sldMkLst>
          <pc:docMk/>
          <pc:sldMk cId="4269885340" sldId="560"/>
        </pc:sldMkLst>
      </pc:sldChg>
    </pc:docChg>
  </pc:docChgLst>
  <pc:docChgLst>
    <pc:chgData name="Sebastian Yesid Pacheco Rivera" userId="S::sebastian_ypacheco_soy.sena.edu.co#ext#@sena4.onmicrosoft.com::dd8a3589-baff-4d65-8a7b-223f290a9b59" providerId="AD" clId="Web-{8454634C-A1F7-F070-3958-3E1E6FA0C748}"/>
    <pc:docChg chg="modSld">
      <pc:chgData name="Sebastian Yesid Pacheco Rivera" userId="S::sebastian_ypacheco_soy.sena.edu.co#ext#@sena4.onmicrosoft.com::dd8a3589-baff-4d65-8a7b-223f290a9b59" providerId="AD" clId="Web-{8454634C-A1F7-F070-3958-3E1E6FA0C748}" dt="2025-07-10T17:05:26.845" v="6" actId="20577"/>
      <pc:docMkLst>
        <pc:docMk/>
      </pc:docMkLst>
      <pc:sldChg chg="modSp">
        <pc:chgData name="Sebastian Yesid Pacheco Rivera" userId="S::sebastian_ypacheco_soy.sena.edu.co#ext#@sena4.onmicrosoft.com::dd8a3589-baff-4d65-8a7b-223f290a9b59" providerId="AD" clId="Web-{8454634C-A1F7-F070-3958-3E1E6FA0C748}" dt="2025-07-10T17:05:26.845" v="6" actId="20577"/>
        <pc:sldMkLst>
          <pc:docMk/>
          <pc:sldMk cId="1124616190" sldId="539"/>
        </pc:sldMkLst>
        <pc:spChg chg="mod">
          <ac:chgData name="Sebastian Yesid Pacheco Rivera" userId="S::sebastian_ypacheco_soy.sena.edu.co#ext#@sena4.onmicrosoft.com::dd8a3589-baff-4d65-8a7b-223f290a9b59" providerId="AD" clId="Web-{8454634C-A1F7-F070-3958-3E1E6FA0C748}" dt="2025-07-10T17:05:26.845" v="6" actId="20577"/>
          <ac:spMkLst>
            <pc:docMk/>
            <pc:sldMk cId="1124616190" sldId="539"/>
            <ac:spMk id="4" creationId="{EA7026A2-4DA2-FAFF-9A67-EA8EBE871B43}"/>
          </ac:spMkLst>
        </pc:spChg>
      </pc:sldChg>
    </pc:docChg>
  </pc:docChgLst>
  <pc:docChgLst>
    <pc:chgData name="Einit Natalia Barajas Figueroa" userId="S::einit_barajas_soy.sena.edu.co#ext#@sena4.onmicrosoft.com::fc0b25c1-fd4c-4cd6-87fa-59bd7e2a3bf2" providerId="AD" clId="Web-{ADB170E1-36A7-3678-D421-3BC727A1289B}"/>
    <pc:docChg chg="modSld">
      <pc:chgData name="Einit Natalia Barajas Figueroa" userId="S::einit_barajas_soy.sena.edu.co#ext#@sena4.onmicrosoft.com::fc0b25c1-fd4c-4cd6-87fa-59bd7e2a3bf2" providerId="AD" clId="Web-{ADB170E1-36A7-3678-D421-3BC727A1289B}" dt="2025-06-10T17:10:33.500" v="5"/>
      <pc:docMkLst>
        <pc:docMk/>
      </pc:docMkLst>
      <pc:sldChg chg="delSp modSp">
        <pc:chgData name="Einit Natalia Barajas Figueroa" userId="S::einit_barajas_soy.sena.edu.co#ext#@sena4.onmicrosoft.com::fc0b25c1-fd4c-4cd6-87fa-59bd7e2a3bf2" providerId="AD" clId="Web-{ADB170E1-36A7-3678-D421-3BC727A1289B}" dt="2025-06-10T17:10:33.500" v="5"/>
        <pc:sldMkLst>
          <pc:docMk/>
          <pc:sldMk cId="1382924506" sldId="561"/>
        </pc:sldMkLst>
      </pc:sldChg>
    </pc:docChg>
  </pc:docChgLst>
  <pc:docChgLst>
    <pc:chgData name="Alejandro Hernandez Lara" userId="S::alejandro_hernandela_soy.sena.edu.co#ext#@sena4.onmicrosoft.com::9f9c4d50-f178-446c-ace7-a348e4fa69c4" providerId="AD" clId="Web-{0D50EA36-CF59-E52F-C209-D94BD6B71525}"/>
    <pc:docChg chg="addSld delSld modSld sldOrd">
      <pc:chgData name="Alejandro Hernandez Lara" userId="S::alejandro_hernandela_soy.sena.edu.co#ext#@sena4.onmicrosoft.com::9f9c4d50-f178-446c-ace7-a348e4fa69c4" providerId="AD" clId="Web-{0D50EA36-CF59-E52F-C209-D94BD6B71525}" dt="2025-05-09T14:16:15.753" v="20"/>
      <pc:docMkLst>
        <pc:docMk/>
      </pc:docMkLst>
      <pc:sldChg chg="ord">
        <pc:chgData name="Alejandro Hernandez Lara" userId="S::alejandro_hernandela_soy.sena.edu.co#ext#@sena4.onmicrosoft.com::9f9c4d50-f178-446c-ace7-a348e4fa69c4" providerId="AD" clId="Web-{0D50EA36-CF59-E52F-C209-D94BD6B71525}" dt="2025-05-09T13:15:34.904" v="0"/>
        <pc:sldMkLst>
          <pc:docMk/>
          <pc:sldMk cId="2089533574" sldId="547"/>
        </pc:sldMkLst>
      </pc:sldChg>
      <pc:sldChg chg="add replId">
        <pc:chgData name="Alejandro Hernandez Lara" userId="S::alejandro_hernandela_soy.sena.edu.co#ext#@sena4.onmicrosoft.com::9f9c4d50-f178-446c-ace7-a348e4fa69c4" providerId="AD" clId="Web-{0D50EA36-CF59-E52F-C209-D94BD6B71525}" dt="2025-05-09T14:16:15.753" v="20"/>
        <pc:sldMkLst>
          <pc:docMk/>
          <pc:sldMk cId="31717514" sldId="554"/>
        </pc:sldMkLst>
      </pc:sldChg>
      <pc:sldChg chg="add del replId">
        <pc:chgData name="Alejandro Hernandez Lara" userId="S::alejandro_hernandela_soy.sena.edu.co#ext#@sena4.onmicrosoft.com::9f9c4d50-f178-446c-ace7-a348e4fa69c4" providerId="AD" clId="Web-{0D50EA36-CF59-E52F-C209-D94BD6B71525}" dt="2025-05-09T14:16:12.487" v="19"/>
        <pc:sldMkLst>
          <pc:docMk/>
          <pc:sldMk cId="199147707" sldId="554"/>
        </pc:sldMkLst>
      </pc:sldChg>
      <pc:sldChg chg="addSp delSp new del">
        <pc:chgData name="Alejandro Hernandez Lara" userId="S::alejandro_hernandela_soy.sena.edu.co#ext#@sena4.onmicrosoft.com::9f9c4d50-f178-446c-ace7-a348e4fa69c4" providerId="AD" clId="Web-{0D50EA36-CF59-E52F-C209-D94BD6B71525}" dt="2025-05-09T14:16:04.049" v="17"/>
        <pc:sldMkLst>
          <pc:docMk/>
          <pc:sldMk cId="1773748626" sldId="554"/>
        </pc:sldMkLst>
      </pc:sldChg>
      <pc:sldChg chg="add del replId">
        <pc:chgData name="Alejandro Hernandez Lara" userId="S::alejandro_hernandela_soy.sena.edu.co#ext#@sena4.onmicrosoft.com::9f9c4d50-f178-446c-ace7-a348e4fa69c4" providerId="AD" clId="Web-{0D50EA36-CF59-E52F-C209-D94BD6B71525}" dt="2025-05-09T14:15:17.905" v="3"/>
        <pc:sldMkLst>
          <pc:docMk/>
          <pc:sldMk cId="3892485850" sldId="554"/>
        </pc:sldMkLst>
      </pc:sldChg>
      <pc:sldChg chg="add del replId">
        <pc:chgData name="Alejandro Hernandez Lara" userId="S::alejandro_hernandela_soy.sena.edu.co#ext#@sena4.onmicrosoft.com::9f9c4d50-f178-446c-ace7-a348e4fa69c4" providerId="AD" clId="Web-{0D50EA36-CF59-E52F-C209-D94BD6B71525}" dt="2025-05-09T14:16:01.924" v="16"/>
        <pc:sldMkLst>
          <pc:docMk/>
          <pc:sldMk cId="1616895055" sldId="555"/>
        </pc:sldMkLst>
      </pc:sldChg>
      <pc:sldChg chg="add del replId">
        <pc:chgData name="Alejandro Hernandez Lara" userId="S::alejandro_hernandela_soy.sena.edu.co#ext#@sena4.onmicrosoft.com::9f9c4d50-f178-446c-ace7-a348e4fa69c4" providerId="AD" clId="Web-{0D50EA36-CF59-E52F-C209-D94BD6B71525}" dt="2025-05-09T14:15:56.799" v="14"/>
        <pc:sldMkLst>
          <pc:docMk/>
          <pc:sldMk cId="1829122310" sldId="555"/>
        </pc:sldMkLst>
      </pc:sldChg>
      <pc:sldChg chg="new del">
        <pc:chgData name="Alejandro Hernandez Lara" userId="S::alejandro_hernandela_soy.sena.edu.co#ext#@sena4.onmicrosoft.com::9f9c4d50-f178-446c-ace7-a348e4fa69c4" providerId="AD" clId="Web-{0D50EA36-CF59-E52F-C209-D94BD6B71525}" dt="2025-05-09T14:15:37.907" v="10"/>
        <pc:sldMkLst>
          <pc:docMk/>
          <pc:sldMk cId="2042774279" sldId="555"/>
        </pc:sldMkLst>
      </pc:sldChg>
      <pc:sldChg chg="add del replId">
        <pc:chgData name="Alejandro Hernandez Lara" userId="S::alejandro_hernandela_soy.sena.edu.co#ext#@sena4.onmicrosoft.com::9f9c4d50-f178-446c-ace7-a348e4fa69c4" providerId="AD" clId="Web-{0D50EA36-CF59-E52F-C209-D94BD6B71525}" dt="2025-05-09T14:15:47.907" v="12"/>
        <pc:sldMkLst>
          <pc:docMk/>
          <pc:sldMk cId="2767682319" sldId="555"/>
        </pc:sldMkLst>
      </pc:sldChg>
    </pc:docChg>
  </pc:docChgLst>
  <pc:docChgLst>
    <pc:chgData name="Sebastian Yesid Pacheco Rivera" userId="S::sebastian_ypacheco_soy.sena.edu.co#ext#@sena4.onmicrosoft.com::dd8a3589-baff-4d65-8a7b-223f290a9b59" providerId="AD" clId="Web-{780DCDDA-0624-CA5B-1E6D-C07EC95FFF08}"/>
    <pc:docChg chg="addSld modSld">
      <pc:chgData name="Sebastian Yesid Pacheco Rivera" userId="S::sebastian_ypacheco_soy.sena.edu.co#ext#@sena4.onmicrosoft.com::dd8a3589-baff-4d65-8a7b-223f290a9b59" providerId="AD" clId="Web-{780DCDDA-0624-CA5B-1E6D-C07EC95FFF08}" dt="2025-05-09T13:56:57.887" v="341" actId="20577"/>
      <pc:docMkLst>
        <pc:docMk/>
      </pc:docMkLst>
      <pc:sldChg chg="addSp delSp modSp">
        <pc:chgData name="Sebastian Yesid Pacheco Rivera" userId="S::sebastian_ypacheco_soy.sena.edu.co#ext#@sena4.onmicrosoft.com::dd8a3589-baff-4d65-8a7b-223f290a9b59" providerId="AD" clId="Web-{780DCDDA-0624-CA5B-1E6D-C07EC95FFF08}" dt="2025-05-09T12:39:57.701" v="19" actId="1076"/>
        <pc:sldMkLst>
          <pc:docMk/>
          <pc:sldMk cId="3718316083" sldId="551"/>
        </pc:sldMkLst>
      </pc:sldChg>
      <pc:sldChg chg="modSp add replId">
        <pc:chgData name="Sebastian Yesid Pacheco Rivera" userId="S::sebastian_ypacheco_soy.sena.edu.co#ext#@sena4.onmicrosoft.com::dd8a3589-baff-4d65-8a7b-223f290a9b59" providerId="AD" clId="Web-{780DCDDA-0624-CA5B-1E6D-C07EC95FFF08}" dt="2025-05-09T13:56:57.887" v="341" actId="20577"/>
        <pc:sldMkLst>
          <pc:docMk/>
          <pc:sldMk cId="232461337" sldId="553"/>
        </pc:sldMkLst>
      </pc:sldChg>
    </pc:docChg>
  </pc:docChgLst>
  <pc:docChgLst>
    <pc:chgData name="Einit Natalia Barajas Figueroa" userId="S::einit_barajas_soy.sena.edu.co#ext#@sena4.onmicrosoft.com::fc0b25c1-fd4c-4cd6-87fa-59bd7e2a3bf2" providerId="AD" clId="Web-{0ED973FF-C277-848A-61D6-4CF7C95A6CF3}"/>
    <pc:docChg chg="modSld">
      <pc:chgData name="Einit Natalia Barajas Figueroa" userId="S::einit_barajas_soy.sena.edu.co#ext#@sena4.onmicrosoft.com::fc0b25c1-fd4c-4cd6-87fa-59bd7e2a3bf2" providerId="AD" clId="Web-{0ED973FF-C277-848A-61D6-4CF7C95A6CF3}" dt="2025-05-09T20:39:20.275" v="138" actId="20577"/>
      <pc:docMkLst>
        <pc:docMk/>
      </pc:docMkLst>
      <pc:sldChg chg="modSp">
        <pc:chgData name="Einit Natalia Barajas Figueroa" userId="S::einit_barajas_soy.sena.edu.co#ext#@sena4.onmicrosoft.com::fc0b25c1-fd4c-4cd6-87fa-59bd7e2a3bf2" providerId="AD" clId="Web-{0ED973FF-C277-848A-61D6-4CF7C95A6CF3}" dt="2025-05-09T20:38:56.680" v="135" actId="14100"/>
        <pc:sldMkLst>
          <pc:docMk/>
          <pc:sldMk cId="3038000178" sldId="537"/>
        </pc:sldMkLst>
      </pc:sldChg>
      <pc:sldChg chg="modSp">
        <pc:chgData name="Einit Natalia Barajas Figueroa" userId="S::einit_barajas_soy.sena.edu.co#ext#@sena4.onmicrosoft.com::fc0b25c1-fd4c-4cd6-87fa-59bd7e2a3bf2" providerId="AD" clId="Web-{0ED973FF-C277-848A-61D6-4CF7C95A6CF3}" dt="2025-05-09T20:18:13.735" v="10" actId="20577"/>
        <pc:sldMkLst>
          <pc:docMk/>
          <pc:sldMk cId="1124616190" sldId="539"/>
        </pc:sldMkLst>
      </pc:sldChg>
      <pc:sldChg chg="modSp">
        <pc:chgData name="Einit Natalia Barajas Figueroa" userId="S::einit_barajas_soy.sena.edu.co#ext#@sena4.onmicrosoft.com::fc0b25c1-fd4c-4cd6-87fa-59bd7e2a3bf2" providerId="AD" clId="Web-{0ED973FF-C277-848A-61D6-4CF7C95A6CF3}" dt="2025-05-09T20:39:20.275" v="138" actId="20577"/>
        <pc:sldMkLst>
          <pc:docMk/>
          <pc:sldMk cId="1129184617" sldId="541"/>
        </pc:sldMkLst>
      </pc:sldChg>
      <pc:sldChg chg="addSp delSp modSp">
        <pc:chgData name="Einit Natalia Barajas Figueroa" userId="S::einit_barajas_soy.sena.edu.co#ext#@sena4.onmicrosoft.com::fc0b25c1-fd4c-4cd6-87fa-59bd7e2a3bf2" providerId="AD" clId="Web-{0ED973FF-C277-848A-61D6-4CF7C95A6CF3}" dt="2025-05-09T20:29:53.564" v="100" actId="1076"/>
        <pc:sldMkLst>
          <pc:docMk/>
          <pc:sldMk cId="4085932155" sldId="542"/>
        </pc:sldMkLst>
      </pc:sldChg>
      <pc:sldChg chg="modSp">
        <pc:chgData name="Einit Natalia Barajas Figueroa" userId="S::einit_barajas_soy.sena.edu.co#ext#@sena4.onmicrosoft.com::fc0b25c1-fd4c-4cd6-87fa-59bd7e2a3bf2" providerId="AD" clId="Web-{0ED973FF-C277-848A-61D6-4CF7C95A6CF3}" dt="2025-05-09T20:34:29.099" v="109" actId="20577"/>
        <pc:sldMkLst>
          <pc:docMk/>
          <pc:sldMk cId="232461337" sldId="553"/>
        </pc:sldMkLst>
      </pc:sldChg>
    </pc:docChg>
  </pc:docChgLst>
  <pc:docChgLst>
    <pc:chgData name="Einit Natalia Barajas Figueroa" userId="S::einit_barajas_soy.sena.edu.co#ext#@sena4.onmicrosoft.com::fc0b25c1-fd4c-4cd6-87fa-59bd7e2a3bf2" providerId="AD" clId="Web-{A20FB185-201F-C7DC-AEA6-7664C75E331D}"/>
    <pc:docChg chg="modSld">
      <pc:chgData name="Einit Natalia Barajas Figueroa" userId="S::einit_barajas_soy.sena.edu.co#ext#@sena4.onmicrosoft.com::fc0b25c1-fd4c-4cd6-87fa-59bd7e2a3bf2" providerId="AD" clId="Web-{A20FB185-201F-C7DC-AEA6-7664C75E331D}" dt="2025-06-25T20:25:13.925" v="16" actId="1076"/>
      <pc:docMkLst>
        <pc:docMk/>
      </pc:docMkLst>
      <pc:sldChg chg="addSp delSp modSp">
        <pc:chgData name="Einit Natalia Barajas Figueroa" userId="S::einit_barajas_soy.sena.edu.co#ext#@sena4.onmicrosoft.com::fc0b25c1-fd4c-4cd6-87fa-59bd7e2a3bf2" providerId="AD" clId="Web-{A20FB185-201F-C7DC-AEA6-7664C75E331D}" dt="2025-06-25T20:25:13.925" v="16" actId="1076"/>
        <pc:sldMkLst>
          <pc:docMk/>
          <pc:sldMk cId="1988322222" sldId="550"/>
        </pc:sldMkLst>
        <pc:picChg chg="add mod">
          <ac:chgData name="Einit Natalia Barajas Figueroa" userId="S::einit_barajas_soy.sena.edu.co#ext#@sena4.onmicrosoft.com::fc0b25c1-fd4c-4cd6-87fa-59bd7e2a3bf2" providerId="AD" clId="Web-{A20FB185-201F-C7DC-AEA6-7664C75E331D}" dt="2025-06-25T20:25:13.925" v="16" actId="1076"/>
          <ac:picMkLst>
            <pc:docMk/>
            <pc:sldMk cId="1988322222" sldId="550"/>
            <ac:picMk id="5" creationId="{357D348E-2B88-C01E-BE2B-11F5AF7F011E}"/>
          </ac:picMkLst>
        </pc:picChg>
      </pc:sldChg>
    </pc:docChg>
  </pc:docChgLst>
  <pc:docChgLst>
    <pc:chgData name="Alejandro Hernandez Lara" userId="S::alejandro_hernandela_soy.sena.edu.co#ext#@sena4.onmicrosoft.com::9f9c4d50-f178-446c-ace7-a348e4fa69c4" providerId="AD" clId="Web-{EAE5996B-FD4A-6162-623B-8F4230A1F135}"/>
    <pc:docChg chg="addSld delSld modSld sldOrd">
      <pc:chgData name="Alejandro Hernandez Lara" userId="S::alejandro_hernandela_soy.sena.edu.co#ext#@sena4.onmicrosoft.com::9f9c4d50-f178-446c-ace7-a348e4fa69c4" providerId="AD" clId="Web-{EAE5996B-FD4A-6162-623B-8F4230A1F135}" dt="2025-05-09T14:25:38.527" v="45" actId="14100"/>
      <pc:docMkLst>
        <pc:docMk/>
      </pc:docMkLst>
      <pc:sldChg chg="modSp">
        <pc:chgData name="Alejandro Hernandez Lara" userId="S::alejandro_hernandela_soy.sena.edu.co#ext#@sena4.onmicrosoft.com::9f9c4d50-f178-446c-ace7-a348e4fa69c4" providerId="AD" clId="Web-{EAE5996B-FD4A-6162-623B-8F4230A1F135}" dt="2025-05-09T14:25:12.276" v="37" actId="20577"/>
        <pc:sldMkLst>
          <pc:docMk/>
          <pc:sldMk cId="3718316083" sldId="551"/>
        </pc:sldMkLst>
      </pc:sldChg>
      <pc:sldChg chg="del ord">
        <pc:chgData name="Alejandro Hernandez Lara" userId="S::alejandro_hernandela_soy.sena.edu.co#ext#@sena4.onmicrosoft.com::9f9c4d50-f178-446c-ace7-a348e4fa69c4" providerId="AD" clId="Web-{EAE5996B-FD4A-6162-623B-8F4230A1F135}" dt="2025-05-09T14:18:07.718" v="1"/>
        <pc:sldMkLst>
          <pc:docMk/>
          <pc:sldMk cId="31717514" sldId="554"/>
        </pc:sldMkLst>
      </pc:sldChg>
      <pc:sldChg chg="addSp delSp modSp add ord replId">
        <pc:chgData name="Alejandro Hernandez Lara" userId="S::alejandro_hernandela_soy.sena.edu.co#ext#@sena4.onmicrosoft.com::9f9c4d50-f178-446c-ace7-a348e4fa69c4" providerId="AD" clId="Web-{EAE5996B-FD4A-6162-623B-8F4230A1F135}" dt="2025-05-09T14:18:53.782" v="14"/>
        <pc:sldMkLst>
          <pc:docMk/>
          <pc:sldMk cId="244571600" sldId="554"/>
        </pc:sldMkLst>
      </pc:sldChg>
    </pc:docChg>
  </pc:docChgLst>
  <pc:docChgLst>
    <pc:chgData name="Einit Natalia Barajas Figueroa" userId="S::einit_barajas_soy.sena.edu.co#ext#@sena4.onmicrosoft.com::fc0b25c1-fd4c-4cd6-87fa-59bd7e2a3bf2" providerId="AD" clId="Web-{C3832261-0045-3CC1-D4D5-4D1120B06551}"/>
    <pc:docChg chg="addSld delSld modSld">
      <pc:chgData name="Einit Natalia Barajas Figueroa" userId="S::einit_barajas_soy.sena.edu.co#ext#@sena4.onmicrosoft.com::fc0b25c1-fd4c-4cd6-87fa-59bd7e2a3bf2" providerId="AD" clId="Web-{C3832261-0045-3CC1-D4D5-4D1120B06551}" dt="2025-07-11T18:24:27.755" v="484" actId="1076"/>
      <pc:docMkLst>
        <pc:docMk/>
      </pc:docMkLst>
      <pc:sldChg chg="addSp delSp modSp">
        <pc:chgData name="Einit Natalia Barajas Figueroa" userId="S::einit_barajas_soy.sena.edu.co#ext#@sena4.onmicrosoft.com::fc0b25c1-fd4c-4cd6-87fa-59bd7e2a3bf2" providerId="AD" clId="Web-{C3832261-0045-3CC1-D4D5-4D1120B06551}" dt="2025-07-11T17:56:06.587" v="350"/>
        <pc:sldMkLst>
          <pc:docMk/>
          <pc:sldMk cId="1124616190" sldId="539"/>
        </pc:sldMkLst>
        <pc:spChg chg="add mod">
          <ac:chgData name="Einit Natalia Barajas Figueroa" userId="S::einit_barajas_soy.sena.edu.co#ext#@sena4.onmicrosoft.com::fc0b25c1-fd4c-4cd6-87fa-59bd7e2a3bf2" providerId="AD" clId="Web-{C3832261-0045-3CC1-D4D5-4D1120B06551}" dt="2025-07-11T17:49:36.275" v="136" actId="1076"/>
          <ac:spMkLst>
            <pc:docMk/>
            <pc:sldMk cId="1124616190" sldId="539"/>
            <ac:spMk id="15" creationId="{2051D1D1-DBF8-2B2E-C91A-7D8C7D0E69A2}"/>
          </ac:spMkLst>
        </pc:spChg>
        <pc:spChg chg="add mod">
          <ac:chgData name="Einit Natalia Barajas Figueroa" userId="S::einit_barajas_soy.sena.edu.co#ext#@sena4.onmicrosoft.com::fc0b25c1-fd4c-4cd6-87fa-59bd7e2a3bf2" providerId="AD" clId="Web-{C3832261-0045-3CC1-D4D5-4D1120B06551}" dt="2025-07-11T17:51:55.603" v="234" actId="1076"/>
          <ac:spMkLst>
            <pc:docMk/>
            <pc:sldMk cId="1124616190" sldId="539"/>
            <ac:spMk id="16" creationId="{19FF3DF7-5F99-522D-6CF2-A1A8A80F2428}"/>
          </ac:spMkLst>
        </pc:spChg>
        <pc:spChg chg="add del mod">
          <ac:chgData name="Einit Natalia Barajas Figueroa" userId="S::einit_barajas_soy.sena.edu.co#ext#@sena4.onmicrosoft.com::fc0b25c1-fd4c-4cd6-87fa-59bd7e2a3bf2" providerId="AD" clId="Web-{C3832261-0045-3CC1-D4D5-4D1120B06551}" dt="2025-07-11T17:52:52.040" v="243"/>
          <ac:spMkLst>
            <pc:docMk/>
            <pc:sldMk cId="1124616190" sldId="539"/>
            <ac:spMk id="17" creationId="{8249D2AF-AED5-321E-FF37-F49FD81FC335}"/>
          </ac:spMkLst>
        </pc:spChg>
        <pc:spChg chg="add mod">
          <ac:chgData name="Einit Natalia Barajas Figueroa" userId="S::einit_barajas_soy.sena.edu.co#ext#@sena4.onmicrosoft.com::fc0b25c1-fd4c-4cd6-87fa-59bd7e2a3bf2" providerId="AD" clId="Web-{C3832261-0045-3CC1-D4D5-4D1120B06551}" dt="2025-07-11T17:54:29.525" v="334" actId="14100"/>
          <ac:spMkLst>
            <pc:docMk/>
            <pc:sldMk cId="1124616190" sldId="539"/>
            <ac:spMk id="18" creationId="{D614DFF2-CB57-19DF-CFB9-F88A7A6F3F24}"/>
          </ac:spMkLst>
        </pc:spChg>
        <pc:spChg chg="add mod">
          <ac:chgData name="Einit Natalia Barajas Figueroa" userId="S::einit_barajas_soy.sena.edu.co#ext#@sena4.onmicrosoft.com::fc0b25c1-fd4c-4cd6-87fa-59bd7e2a3bf2" providerId="AD" clId="Web-{C3832261-0045-3CC1-D4D5-4D1120B06551}" dt="2025-07-11T17:56:06.587" v="350"/>
          <ac:spMkLst>
            <pc:docMk/>
            <pc:sldMk cId="1124616190" sldId="539"/>
            <ac:spMk id="19" creationId="{F7D1DBFA-7B11-65B4-329D-9471903EC71A}"/>
          </ac:spMkLst>
        </pc:spChg>
        <pc:spChg chg="add mod">
          <ac:chgData name="Einit Natalia Barajas Figueroa" userId="S::einit_barajas_soy.sena.edu.co#ext#@sena4.onmicrosoft.com::fc0b25c1-fd4c-4cd6-87fa-59bd7e2a3bf2" providerId="AD" clId="Web-{C3832261-0045-3CC1-D4D5-4D1120B06551}" dt="2025-07-11T17:56:03.227" v="349"/>
          <ac:spMkLst>
            <pc:docMk/>
            <pc:sldMk cId="1124616190" sldId="539"/>
            <ac:spMk id="20" creationId="{EB1ECAB9-9890-B6EB-1897-0CA13EED390A}"/>
          </ac:spMkLst>
        </pc:spChg>
        <pc:spChg chg="add mod">
          <ac:chgData name="Einit Natalia Barajas Figueroa" userId="S::einit_barajas_soy.sena.edu.co#ext#@sena4.onmicrosoft.com::fc0b25c1-fd4c-4cd6-87fa-59bd7e2a3bf2" providerId="AD" clId="Web-{C3832261-0045-3CC1-D4D5-4D1120B06551}" dt="2025-07-11T17:56:00.868" v="348"/>
          <ac:spMkLst>
            <pc:docMk/>
            <pc:sldMk cId="1124616190" sldId="539"/>
            <ac:spMk id="21" creationId="{0D7149FB-C32C-B169-EC0D-EB4BBE4D39E8}"/>
          </ac:spMkLst>
        </pc:spChg>
        <pc:picChg chg="add mod">
          <ac:chgData name="Einit Natalia Barajas Figueroa" userId="S::einit_barajas_soy.sena.edu.co#ext#@sena4.onmicrosoft.com::fc0b25c1-fd4c-4cd6-87fa-59bd7e2a3bf2" providerId="AD" clId="Web-{C3832261-0045-3CC1-D4D5-4D1120B06551}" dt="2025-07-11T17:49:32.010" v="135" actId="1076"/>
          <ac:picMkLst>
            <pc:docMk/>
            <pc:sldMk cId="1124616190" sldId="539"/>
            <ac:picMk id="6" creationId="{7AFBA256-5FDF-7B6E-9286-FBC2494030E0}"/>
          </ac:picMkLst>
        </pc:picChg>
        <pc:picChg chg="add del mod">
          <ac:chgData name="Einit Natalia Barajas Figueroa" userId="S::einit_barajas_soy.sena.edu.co#ext#@sena4.onmicrosoft.com::fc0b25c1-fd4c-4cd6-87fa-59bd7e2a3bf2" providerId="AD" clId="Web-{C3832261-0045-3CC1-D4D5-4D1120B06551}" dt="2025-07-11T17:31:59.762" v="5"/>
          <ac:picMkLst>
            <pc:docMk/>
            <pc:sldMk cId="1124616190" sldId="539"/>
            <ac:picMk id="7" creationId="{C030069A-EC13-6197-69B6-879F76179E62}"/>
          </ac:picMkLst>
        </pc:picChg>
        <pc:picChg chg="add del mod">
          <ac:chgData name="Einit Natalia Barajas Figueroa" userId="S::einit_barajas_soy.sena.edu.co#ext#@sena4.onmicrosoft.com::fc0b25c1-fd4c-4cd6-87fa-59bd7e2a3bf2" providerId="AD" clId="Web-{C3832261-0045-3CC1-D4D5-4D1120B06551}" dt="2025-07-11T17:32:57.199" v="8"/>
          <ac:picMkLst>
            <pc:docMk/>
            <pc:sldMk cId="1124616190" sldId="539"/>
            <ac:picMk id="8" creationId="{47F3DEE2-C659-13CB-721C-00B74F0A4A08}"/>
          </ac:picMkLst>
        </pc:picChg>
        <pc:picChg chg="add del mod">
          <ac:chgData name="Einit Natalia Barajas Figueroa" userId="S::einit_barajas_soy.sena.edu.co#ext#@sena4.onmicrosoft.com::fc0b25c1-fd4c-4cd6-87fa-59bd7e2a3bf2" providerId="AD" clId="Web-{C3832261-0045-3CC1-D4D5-4D1120B06551}" dt="2025-07-11T17:33:13.512" v="10"/>
          <ac:picMkLst>
            <pc:docMk/>
            <pc:sldMk cId="1124616190" sldId="539"/>
            <ac:picMk id="9" creationId="{799ED7C9-73E4-30F8-1469-863A61A16C27}"/>
          </ac:picMkLst>
        </pc:picChg>
        <pc:picChg chg="add mod modCrop">
          <ac:chgData name="Einit Natalia Barajas Figueroa" userId="S::einit_barajas_soy.sena.edu.co#ext#@sena4.onmicrosoft.com::fc0b25c1-fd4c-4cd6-87fa-59bd7e2a3bf2" providerId="AD" clId="Web-{C3832261-0045-3CC1-D4D5-4D1120B06551}" dt="2025-07-11T17:49:51.931" v="141" actId="1076"/>
          <ac:picMkLst>
            <pc:docMk/>
            <pc:sldMk cId="1124616190" sldId="539"/>
            <ac:picMk id="10" creationId="{A88898A8-1AB7-DF14-46F5-823E49A89590}"/>
          </ac:picMkLst>
        </pc:picChg>
        <pc:picChg chg="add mod modCrop">
          <ac:chgData name="Einit Natalia Barajas Figueroa" userId="S::einit_barajas_soy.sena.edu.co#ext#@sena4.onmicrosoft.com::fc0b25c1-fd4c-4cd6-87fa-59bd7e2a3bf2" providerId="AD" clId="Web-{C3832261-0045-3CC1-D4D5-4D1120B06551}" dt="2025-07-11T17:49:40.806" v="137" actId="1076"/>
          <ac:picMkLst>
            <pc:docMk/>
            <pc:sldMk cId="1124616190" sldId="539"/>
            <ac:picMk id="11" creationId="{4D89EC47-B844-777D-08D5-DF06115302BD}"/>
          </ac:picMkLst>
        </pc:picChg>
        <pc:picChg chg="add del mod">
          <ac:chgData name="Einit Natalia Barajas Figueroa" userId="S::einit_barajas_soy.sena.edu.co#ext#@sena4.onmicrosoft.com::fc0b25c1-fd4c-4cd6-87fa-59bd7e2a3bf2" providerId="AD" clId="Web-{C3832261-0045-3CC1-D4D5-4D1120B06551}" dt="2025-07-11T17:41:50.776" v="39"/>
          <ac:picMkLst>
            <pc:docMk/>
            <pc:sldMk cId="1124616190" sldId="539"/>
            <ac:picMk id="12" creationId="{4E9695B9-A0C9-7259-7D4A-976BAD25DD48}"/>
          </ac:picMkLst>
        </pc:picChg>
        <pc:picChg chg="add del mod">
          <ac:chgData name="Einit Natalia Barajas Figueroa" userId="S::einit_barajas_soy.sena.edu.co#ext#@sena4.onmicrosoft.com::fc0b25c1-fd4c-4cd6-87fa-59bd7e2a3bf2" providerId="AD" clId="Web-{C3832261-0045-3CC1-D4D5-4D1120B06551}" dt="2025-07-11T17:42:50.432" v="41"/>
          <ac:picMkLst>
            <pc:docMk/>
            <pc:sldMk cId="1124616190" sldId="539"/>
            <ac:picMk id="13" creationId="{9568E10C-8EF7-F28D-1D2D-48F124687B13}"/>
          </ac:picMkLst>
        </pc:picChg>
        <pc:picChg chg="add mod">
          <ac:chgData name="Einit Natalia Barajas Figueroa" userId="S::einit_barajas_soy.sena.edu.co#ext#@sena4.onmicrosoft.com::fc0b25c1-fd4c-4cd6-87fa-59bd7e2a3bf2" providerId="AD" clId="Web-{C3832261-0045-3CC1-D4D5-4D1120B06551}" dt="2025-07-11T17:49:49.119" v="140" actId="1076"/>
          <ac:picMkLst>
            <pc:docMk/>
            <pc:sldMk cId="1124616190" sldId="539"/>
            <ac:picMk id="14" creationId="{58550657-88E4-7A23-F8B6-C0ED485B7AB4}"/>
          </ac:picMkLst>
        </pc:picChg>
      </pc:sldChg>
      <pc:sldChg chg="addSp delSp modSp">
        <pc:chgData name="Einit Natalia Barajas Figueroa" userId="S::einit_barajas_soy.sena.edu.co#ext#@sena4.onmicrosoft.com::fc0b25c1-fd4c-4cd6-87fa-59bd7e2a3bf2" providerId="AD" clId="Web-{C3832261-0045-3CC1-D4D5-4D1120B06551}" dt="2025-07-11T18:24:27.755" v="484" actId="1076"/>
        <pc:sldMkLst>
          <pc:docMk/>
          <pc:sldMk cId="281080768" sldId="540"/>
        </pc:sldMkLst>
        <pc:spChg chg="mod">
          <ac:chgData name="Einit Natalia Barajas Figueroa" userId="S::einit_barajas_soy.sena.edu.co#ext#@sena4.onmicrosoft.com::fc0b25c1-fd4c-4cd6-87fa-59bd7e2a3bf2" providerId="AD" clId="Web-{C3832261-0045-3CC1-D4D5-4D1120B06551}" dt="2025-07-11T18:22:05.818" v="465" actId="20577"/>
          <ac:spMkLst>
            <pc:docMk/>
            <pc:sldMk cId="281080768" sldId="540"/>
            <ac:spMk id="5" creationId="{015D167A-EE62-EA02-E6F4-53710691F485}"/>
          </ac:spMkLst>
        </pc:spChg>
        <pc:spChg chg="mod">
          <ac:chgData name="Einit Natalia Barajas Figueroa" userId="S::einit_barajas_soy.sena.edu.co#ext#@sena4.onmicrosoft.com::fc0b25c1-fd4c-4cd6-87fa-59bd7e2a3bf2" providerId="AD" clId="Web-{C3832261-0045-3CC1-D4D5-4D1120B06551}" dt="2025-07-11T18:10:58.772" v="400" actId="1076"/>
          <ac:spMkLst>
            <pc:docMk/>
            <pc:sldMk cId="281080768" sldId="540"/>
            <ac:spMk id="7" creationId="{43D7E6F2-F79F-C5BE-8836-E85B5D641C6D}"/>
          </ac:spMkLst>
        </pc:spChg>
        <pc:spChg chg="add del">
          <ac:chgData name="Einit Natalia Barajas Figueroa" userId="S::einit_barajas_soy.sena.edu.co#ext#@sena4.onmicrosoft.com::fc0b25c1-fd4c-4cd6-87fa-59bd7e2a3bf2" providerId="AD" clId="Web-{C3832261-0045-3CC1-D4D5-4D1120B06551}" dt="2025-07-11T18:21:58.208" v="459"/>
          <ac:spMkLst>
            <pc:docMk/>
            <pc:sldMk cId="281080768" sldId="540"/>
            <ac:spMk id="13" creationId="{2E2B91FE-199C-474C-24EA-DD51BCFED304}"/>
          </ac:spMkLst>
        </pc:spChg>
        <pc:spChg chg="add mod">
          <ac:chgData name="Einit Natalia Barajas Figueroa" userId="S::einit_barajas_soy.sena.edu.co#ext#@sena4.onmicrosoft.com::fc0b25c1-fd4c-4cd6-87fa-59bd7e2a3bf2" providerId="AD" clId="Web-{C3832261-0045-3CC1-D4D5-4D1120B06551}" dt="2025-07-11T18:22:44.927" v="478" actId="1076"/>
          <ac:spMkLst>
            <pc:docMk/>
            <pc:sldMk cId="281080768" sldId="540"/>
            <ac:spMk id="14" creationId="{76DE7188-5533-A2DF-3E40-DD6350D24BC7}"/>
          </ac:spMkLst>
        </pc:spChg>
        <pc:picChg chg="add mod modCrop">
          <ac:chgData name="Einit Natalia Barajas Figueroa" userId="S::einit_barajas_soy.sena.edu.co#ext#@sena4.onmicrosoft.com::fc0b25c1-fd4c-4cd6-87fa-59bd7e2a3bf2" providerId="AD" clId="Web-{C3832261-0045-3CC1-D4D5-4D1120B06551}" dt="2025-07-11T18:11:22.475" v="405" actId="14100"/>
          <ac:picMkLst>
            <pc:docMk/>
            <pc:sldMk cId="281080768" sldId="540"/>
            <ac:picMk id="2" creationId="{C10EBC02-B932-70B8-B7AD-4ED5B3D3112A}"/>
          </ac:picMkLst>
        </pc:picChg>
        <pc:picChg chg="add del mod">
          <ac:chgData name="Einit Natalia Barajas Figueroa" userId="S::einit_barajas_soy.sena.edu.co#ext#@sena4.onmicrosoft.com::fc0b25c1-fd4c-4cd6-87fa-59bd7e2a3bf2" providerId="AD" clId="Web-{C3832261-0045-3CC1-D4D5-4D1120B06551}" dt="2025-07-11T18:13:34.788" v="412"/>
          <ac:picMkLst>
            <pc:docMk/>
            <pc:sldMk cId="281080768" sldId="540"/>
            <ac:picMk id="4" creationId="{D6BF00CC-DDFD-710A-E0B1-38A16044C15E}"/>
          </ac:picMkLst>
        </pc:picChg>
        <pc:picChg chg="add mod modCrop">
          <ac:chgData name="Einit Natalia Barajas Figueroa" userId="S::einit_barajas_soy.sena.edu.co#ext#@sena4.onmicrosoft.com::fc0b25c1-fd4c-4cd6-87fa-59bd7e2a3bf2" providerId="AD" clId="Web-{C3832261-0045-3CC1-D4D5-4D1120B06551}" dt="2025-07-11T18:14:15.866" v="423" actId="1076"/>
          <ac:picMkLst>
            <pc:docMk/>
            <pc:sldMk cId="281080768" sldId="540"/>
            <ac:picMk id="6" creationId="{D87EF9D2-796F-1287-FED0-7839A35BAD92}"/>
          </ac:picMkLst>
        </pc:picChg>
        <pc:picChg chg="add mod">
          <ac:chgData name="Einit Natalia Barajas Figueroa" userId="S::einit_barajas_soy.sena.edu.co#ext#@sena4.onmicrosoft.com::fc0b25c1-fd4c-4cd6-87fa-59bd7e2a3bf2" providerId="AD" clId="Web-{C3832261-0045-3CC1-D4D5-4D1120B06551}" dt="2025-07-11T18:14:44.834" v="429" actId="1076"/>
          <ac:picMkLst>
            <pc:docMk/>
            <pc:sldMk cId="281080768" sldId="540"/>
            <ac:picMk id="8" creationId="{930B151B-2E58-5822-7532-B37B28122D8A}"/>
          </ac:picMkLst>
        </pc:picChg>
        <pc:picChg chg="add mod">
          <ac:chgData name="Einit Natalia Barajas Figueroa" userId="S::einit_barajas_soy.sena.edu.co#ext#@sena4.onmicrosoft.com::fc0b25c1-fd4c-4cd6-87fa-59bd7e2a3bf2" providerId="AD" clId="Web-{C3832261-0045-3CC1-D4D5-4D1120B06551}" dt="2025-07-11T18:16:24.303" v="435" actId="1076"/>
          <ac:picMkLst>
            <pc:docMk/>
            <pc:sldMk cId="281080768" sldId="540"/>
            <ac:picMk id="9" creationId="{C45D768D-27CC-9141-8EC2-FC6475A16069}"/>
          </ac:picMkLst>
        </pc:picChg>
        <pc:picChg chg="add mod">
          <ac:chgData name="Einit Natalia Barajas Figueroa" userId="S::einit_barajas_soy.sena.edu.co#ext#@sena4.onmicrosoft.com::fc0b25c1-fd4c-4cd6-87fa-59bd7e2a3bf2" providerId="AD" clId="Web-{C3832261-0045-3CC1-D4D5-4D1120B06551}" dt="2025-07-11T18:17:38.600" v="447" actId="1076"/>
          <ac:picMkLst>
            <pc:docMk/>
            <pc:sldMk cId="281080768" sldId="540"/>
            <ac:picMk id="10" creationId="{082F2710-EA92-2002-9AE3-5E39A5746919}"/>
          </ac:picMkLst>
        </pc:picChg>
        <pc:picChg chg="add mod">
          <ac:chgData name="Einit Natalia Barajas Figueroa" userId="S::einit_barajas_soy.sena.edu.co#ext#@sena4.onmicrosoft.com::fc0b25c1-fd4c-4cd6-87fa-59bd7e2a3bf2" providerId="AD" clId="Web-{C3832261-0045-3CC1-D4D5-4D1120B06551}" dt="2025-07-11T18:18:31.115" v="454" actId="1076"/>
          <ac:picMkLst>
            <pc:docMk/>
            <pc:sldMk cId="281080768" sldId="540"/>
            <ac:picMk id="11" creationId="{8AB765AD-D393-DE3E-CCE6-C20F0D5FDD9A}"/>
          </ac:picMkLst>
        </pc:picChg>
        <pc:picChg chg="add mod">
          <ac:chgData name="Einit Natalia Barajas Figueroa" userId="S::einit_barajas_soy.sena.edu.co#ext#@sena4.onmicrosoft.com::fc0b25c1-fd4c-4cd6-87fa-59bd7e2a3bf2" providerId="AD" clId="Web-{C3832261-0045-3CC1-D4D5-4D1120B06551}" dt="2025-07-11T18:22:27.286" v="473" actId="1076"/>
          <ac:picMkLst>
            <pc:docMk/>
            <pc:sldMk cId="281080768" sldId="540"/>
            <ac:picMk id="12" creationId="{617A69D8-52E8-D804-7E39-73A899CA0B81}"/>
          </ac:picMkLst>
        </pc:picChg>
        <pc:picChg chg="add mod modCrop">
          <ac:chgData name="Einit Natalia Barajas Figueroa" userId="S::einit_barajas_soy.sena.edu.co#ext#@sena4.onmicrosoft.com::fc0b25c1-fd4c-4cd6-87fa-59bd7e2a3bf2" providerId="AD" clId="Web-{C3832261-0045-3CC1-D4D5-4D1120B06551}" dt="2025-07-11T18:24:27.755" v="484" actId="1076"/>
          <ac:picMkLst>
            <pc:docMk/>
            <pc:sldMk cId="281080768" sldId="540"/>
            <ac:picMk id="15" creationId="{4C49229F-6A6E-56BD-23D1-430DD9563E3B}"/>
          </ac:picMkLst>
        </pc:picChg>
      </pc:sldChg>
      <pc:sldChg chg="del">
        <pc:chgData name="Einit Natalia Barajas Figueroa" userId="S::einit_barajas_soy.sena.edu.co#ext#@sena4.onmicrosoft.com::fc0b25c1-fd4c-4cd6-87fa-59bd7e2a3bf2" providerId="AD" clId="Web-{C3832261-0045-3CC1-D4D5-4D1120B06551}" dt="2025-07-11T17:57:15.962" v="393"/>
        <pc:sldMkLst>
          <pc:docMk/>
          <pc:sldMk cId="232461337" sldId="553"/>
        </pc:sldMkLst>
      </pc:sldChg>
      <pc:sldChg chg="new del">
        <pc:chgData name="Einit Natalia Barajas Figueroa" userId="S::einit_barajas_soy.sena.edu.co#ext#@sena4.onmicrosoft.com::fc0b25c1-fd4c-4cd6-87fa-59bd7e2a3bf2" providerId="AD" clId="Web-{C3832261-0045-3CC1-D4D5-4D1120B06551}" dt="2025-07-11T17:57:22.602" v="399"/>
        <pc:sldMkLst>
          <pc:docMk/>
          <pc:sldMk cId="1927877880" sldId="563"/>
        </pc:sldMkLst>
      </pc:sldChg>
      <pc:sldChg chg="new">
        <pc:chgData name="Einit Natalia Barajas Figueroa" userId="S::einit_barajas_soy.sena.edu.co#ext#@sena4.onmicrosoft.com::fc0b25c1-fd4c-4cd6-87fa-59bd7e2a3bf2" providerId="AD" clId="Web-{C3832261-0045-3CC1-D4D5-4D1120B06551}" dt="2025-07-11T17:56:38.196" v="352"/>
        <pc:sldMkLst>
          <pc:docMk/>
          <pc:sldMk cId="2602965446" sldId="564"/>
        </pc:sldMkLst>
      </pc:sldChg>
      <pc:sldChg chg="new del">
        <pc:chgData name="Einit Natalia Barajas Figueroa" userId="S::einit_barajas_soy.sena.edu.co#ext#@sena4.onmicrosoft.com::fc0b25c1-fd4c-4cd6-87fa-59bd7e2a3bf2" providerId="AD" clId="Web-{C3832261-0045-3CC1-D4D5-4D1120B06551}" dt="2025-07-11T17:57:18.165" v="394"/>
        <pc:sldMkLst>
          <pc:docMk/>
          <pc:sldMk cId="3401078590" sldId="565"/>
        </pc:sldMkLst>
      </pc:sldChg>
      <pc:sldChg chg="new">
        <pc:chgData name="Einit Natalia Barajas Figueroa" userId="S::einit_barajas_soy.sena.edu.co#ext#@sena4.onmicrosoft.com::fc0b25c1-fd4c-4cd6-87fa-59bd7e2a3bf2" providerId="AD" clId="Web-{C3832261-0045-3CC1-D4D5-4D1120B06551}" dt="2025-07-11T17:56:38.399" v="354"/>
        <pc:sldMkLst>
          <pc:docMk/>
          <pc:sldMk cId="2329287521" sldId="566"/>
        </pc:sldMkLst>
      </pc:sldChg>
      <pc:sldChg chg="new del">
        <pc:chgData name="Einit Natalia Barajas Figueroa" userId="S::einit_barajas_soy.sena.edu.co#ext#@sena4.onmicrosoft.com::fc0b25c1-fd4c-4cd6-87fa-59bd7e2a3bf2" providerId="AD" clId="Web-{C3832261-0045-3CC1-D4D5-4D1120B06551}" dt="2025-07-11T17:57:18.977" v="395"/>
        <pc:sldMkLst>
          <pc:docMk/>
          <pc:sldMk cId="442771844" sldId="567"/>
        </pc:sldMkLst>
      </pc:sldChg>
      <pc:sldChg chg="new del">
        <pc:chgData name="Einit Natalia Barajas Figueroa" userId="S::einit_barajas_soy.sena.edu.co#ext#@sena4.onmicrosoft.com::fc0b25c1-fd4c-4cd6-87fa-59bd7e2a3bf2" providerId="AD" clId="Web-{C3832261-0045-3CC1-D4D5-4D1120B06551}" dt="2025-07-11T17:57:20.071" v="396"/>
        <pc:sldMkLst>
          <pc:docMk/>
          <pc:sldMk cId="2549256139" sldId="568"/>
        </pc:sldMkLst>
      </pc:sldChg>
      <pc:sldChg chg="new del">
        <pc:chgData name="Einit Natalia Barajas Figueroa" userId="S::einit_barajas_soy.sena.edu.co#ext#@sena4.onmicrosoft.com::fc0b25c1-fd4c-4cd6-87fa-59bd7e2a3bf2" providerId="AD" clId="Web-{C3832261-0045-3CC1-D4D5-4D1120B06551}" dt="2025-07-11T17:57:20.993" v="397"/>
        <pc:sldMkLst>
          <pc:docMk/>
          <pc:sldMk cId="1321342142" sldId="569"/>
        </pc:sldMkLst>
      </pc:sldChg>
      <pc:sldChg chg="new del">
        <pc:chgData name="Einit Natalia Barajas Figueroa" userId="S::einit_barajas_soy.sena.edu.co#ext#@sena4.onmicrosoft.com::fc0b25c1-fd4c-4cd6-87fa-59bd7e2a3bf2" providerId="AD" clId="Web-{C3832261-0045-3CC1-D4D5-4D1120B06551}" dt="2025-07-11T17:57:21.712" v="398"/>
        <pc:sldMkLst>
          <pc:docMk/>
          <pc:sldMk cId="357202744" sldId="570"/>
        </pc:sldMkLst>
      </pc:sldChg>
      <pc:sldChg chg="new">
        <pc:chgData name="Einit Natalia Barajas Figueroa" userId="S::einit_barajas_soy.sena.edu.co#ext#@sena4.onmicrosoft.com::fc0b25c1-fd4c-4cd6-87fa-59bd7e2a3bf2" providerId="AD" clId="Web-{C3832261-0045-3CC1-D4D5-4D1120B06551}" dt="2025-07-11T17:56:41.306" v="359"/>
        <pc:sldMkLst>
          <pc:docMk/>
          <pc:sldMk cId="2170684409" sldId="571"/>
        </pc:sldMkLst>
      </pc:sldChg>
      <pc:sldChg chg="new add del">
        <pc:chgData name="Einit Natalia Barajas Figueroa" userId="S::einit_barajas_soy.sena.edu.co#ext#@sena4.onmicrosoft.com::fc0b25c1-fd4c-4cd6-87fa-59bd7e2a3bf2" providerId="AD" clId="Web-{C3832261-0045-3CC1-D4D5-4D1120B06551}" dt="2025-07-11T17:57:05.352" v="390"/>
        <pc:sldMkLst>
          <pc:docMk/>
          <pc:sldMk cId="4008705050" sldId="572"/>
        </pc:sldMkLst>
      </pc:sldChg>
      <pc:sldChg chg="new add del">
        <pc:chgData name="Einit Natalia Barajas Figueroa" userId="S::einit_barajas_soy.sena.edu.co#ext#@sena4.onmicrosoft.com::fc0b25c1-fd4c-4cd6-87fa-59bd7e2a3bf2" providerId="AD" clId="Web-{C3832261-0045-3CC1-D4D5-4D1120B06551}" dt="2025-07-11T17:57:05.821" v="391"/>
        <pc:sldMkLst>
          <pc:docMk/>
          <pc:sldMk cId="4139308971" sldId="573"/>
        </pc:sldMkLst>
      </pc:sldChg>
      <pc:sldChg chg="new add del">
        <pc:chgData name="Einit Natalia Barajas Figueroa" userId="S::einit_barajas_soy.sena.edu.co#ext#@sena4.onmicrosoft.com::fc0b25c1-fd4c-4cd6-87fa-59bd7e2a3bf2" providerId="AD" clId="Web-{C3832261-0045-3CC1-D4D5-4D1120B06551}" dt="2025-07-11T17:57:06.446" v="392"/>
        <pc:sldMkLst>
          <pc:docMk/>
          <pc:sldMk cId="2556097869" sldId="574"/>
        </pc:sldMkLst>
      </pc:sldChg>
      <pc:sldChg chg="new del">
        <pc:chgData name="Einit Natalia Barajas Figueroa" userId="S::einit_barajas_soy.sena.edu.co#ext#@sena4.onmicrosoft.com::fc0b25c1-fd4c-4cd6-87fa-59bd7e2a3bf2" providerId="AD" clId="Web-{C3832261-0045-3CC1-D4D5-4D1120B06551}" dt="2025-07-11T17:57:01.555" v="386"/>
        <pc:sldMkLst>
          <pc:docMk/>
          <pc:sldMk cId="392865831" sldId="575"/>
        </pc:sldMkLst>
      </pc:sldChg>
      <pc:sldChg chg="new del">
        <pc:chgData name="Einit Natalia Barajas Figueroa" userId="S::einit_barajas_soy.sena.edu.co#ext#@sena4.onmicrosoft.com::fc0b25c1-fd4c-4cd6-87fa-59bd7e2a3bf2" providerId="AD" clId="Web-{C3832261-0045-3CC1-D4D5-4D1120B06551}" dt="2025-07-11T17:56:58.837" v="385"/>
        <pc:sldMkLst>
          <pc:docMk/>
          <pc:sldMk cId="3883090178" sldId="576"/>
        </pc:sldMkLst>
      </pc:sldChg>
      <pc:sldChg chg="new del">
        <pc:chgData name="Einit Natalia Barajas Figueroa" userId="S::einit_barajas_soy.sena.edu.co#ext#@sena4.onmicrosoft.com::fc0b25c1-fd4c-4cd6-87fa-59bd7e2a3bf2" providerId="AD" clId="Web-{C3832261-0045-3CC1-D4D5-4D1120B06551}" dt="2025-07-11T17:56:58.462" v="384"/>
        <pc:sldMkLst>
          <pc:docMk/>
          <pc:sldMk cId="3533784612" sldId="577"/>
        </pc:sldMkLst>
      </pc:sldChg>
      <pc:sldChg chg="new del">
        <pc:chgData name="Einit Natalia Barajas Figueroa" userId="S::einit_barajas_soy.sena.edu.co#ext#@sena4.onmicrosoft.com::fc0b25c1-fd4c-4cd6-87fa-59bd7e2a3bf2" providerId="AD" clId="Web-{C3832261-0045-3CC1-D4D5-4D1120B06551}" dt="2025-07-11T17:56:57.727" v="383"/>
        <pc:sldMkLst>
          <pc:docMk/>
          <pc:sldMk cId="3171525817" sldId="578"/>
        </pc:sldMkLst>
      </pc:sldChg>
      <pc:sldChg chg="new del">
        <pc:chgData name="Einit Natalia Barajas Figueroa" userId="S::einit_barajas_soy.sena.edu.co#ext#@sena4.onmicrosoft.com::fc0b25c1-fd4c-4cd6-87fa-59bd7e2a3bf2" providerId="AD" clId="Web-{C3832261-0045-3CC1-D4D5-4D1120B06551}" dt="2025-07-11T17:56:56.852" v="382"/>
        <pc:sldMkLst>
          <pc:docMk/>
          <pc:sldMk cId="1919388523" sldId="579"/>
        </pc:sldMkLst>
      </pc:sldChg>
      <pc:sldChg chg="new del">
        <pc:chgData name="Einit Natalia Barajas Figueroa" userId="S::einit_barajas_soy.sena.edu.co#ext#@sena4.onmicrosoft.com::fc0b25c1-fd4c-4cd6-87fa-59bd7e2a3bf2" providerId="AD" clId="Web-{C3832261-0045-3CC1-D4D5-4D1120B06551}" dt="2025-07-11T17:56:56.212" v="381"/>
        <pc:sldMkLst>
          <pc:docMk/>
          <pc:sldMk cId="2727965712" sldId="580"/>
        </pc:sldMkLst>
      </pc:sldChg>
      <pc:sldChg chg="new del">
        <pc:chgData name="Einit Natalia Barajas Figueroa" userId="S::einit_barajas_soy.sena.edu.co#ext#@sena4.onmicrosoft.com::fc0b25c1-fd4c-4cd6-87fa-59bd7e2a3bf2" providerId="AD" clId="Web-{C3832261-0045-3CC1-D4D5-4D1120B06551}" dt="2025-07-11T17:56:55.555" v="380"/>
        <pc:sldMkLst>
          <pc:docMk/>
          <pc:sldMk cId="2141342740" sldId="581"/>
        </pc:sldMkLst>
      </pc:sldChg>
      <pc:sldChg chg="new del">
        <pc:chgData name="Einit Natalia Barajas Figueroa" userId="S::einit_barajas_soy.sena.edu.co#ext#@sena4.onmicrosoft.com::fc0b25c1-fd4c-4cd6-87fa-59bd7e2a3bf2" providerId="AD" clId="Web-{C3832261-0045-3CC1-D4D5-4D1120B06551}" dt="2025-07-11T17:56:54.899" v="379"/>
        <pc:sldMkLst>
          <pc:docMk/>
          <pc:sldMk cId="3156885136" sldId="582"/>
        </pc:sldMkLst>
      </pc:sldChg>
      <pc:sldChg chg="new del">
        <pc:chgData name="Einit Natalia Barajas Figueroa" userId="S::einit_barajas_soy.sena.edu.co#ext#@sena4.onmicrosoft.com::fc0b25c1-fd4c-4cd6-87fa-59bd7e2a3bf2" providerId="AD" clId="Web-{C3832261-0045-3CC1-D4D5-4D1120B06551}" dt="2025-07-11T17:56:54.555" v="378"/>
        <pc:sldMkLst>
          <pc:docMk/>
          <pc:sldMk cId="1299345177" sldId="583"/>
        </pc:sldMkLst>
      </pc:sldChg>
      <pc:sldChg chg="new del">
        <pc:chgData name="Einit Natalia Barajas Figueroa" userId="S::einit_barajas_soy.sena.edu.co#ext#@sena4.onmicrosoft.com::fc0b25c1-fd4c-4cd6-87fa-59bd7e2a3bf2" providerId="AD" clId="Web-{C3832261-0045-3CC1-D4D5-4D1120B06551}" dt="2025-07-11T17:56:54.040" v="377"/>
        <pc:sldMkLst>
          <pc:docMk/>
          <pc:sldMk cId="1901932868" sldId="584"/>
        </pc:sldMkLst>
      </pc:sldChg>
      <pc:sldChg chg="new del">
        <pc:chgData name="Einit Natalia Barajas Figueroa" userId="S::einit_barajas_soy.sena.edu.co#ext#@sena4.onmicrosoft.com::fc0b25c1-fd4c-4cd6-87fa-59bd7e2a3bf2" providerId="AD" clId="Web-{C3832261-0045-3CC1-D4D5-4D1120B06551}" dt="2025-07-11T17:56:53.524" v="376"/>
        <pc:sldMkLst>
          <pc:docMk/>
          <pc:sldMk cId="1063710704" sldId="585"/>
        </pc:sldMkLst>
      </pc:sldChg>
      <pc:sldChg chg="new del">
        <pc:chgData name="Einit Natalia Barajas Figueroa" userId="S::einit_barajas_soy.sena.edu.co#ext#@sena4.onmicrosoft.com::fc0b25c1-fd4c-4cd6-87fa-59bd7e2a3bf2" providerId="AD" clId="Web-{C3832261-0045-3CC1-D4D5-4D1120B06551}" dt="2025-07-11T17:56:52.868" v="375"/>
        <pc:sldMkLst>
          <pc:docMk/>
          <pc:sldMk cId="380984570" sldId="586"/>
        </pc:sldMkLst>
      </pc:sldChg>
    </pc:docChg>
  </pc:docChgLst>
  <pc:docChgLst>
    <pc:chgData name="Sebastian Yesid Pacheco Rivera" userId="S::sebastian_ypacheco_soy.sena.edu.co#ext#@sena4.onmicrosoft.com::dd8a3589-baff-4d65-8a7b-223f290a9b59" providerId="AD" clId="Web-{DEEBC728-527E-A81E-8487-3899C3029D20}"/>
    <pc:docChg chg="modSld">
      <pc:chgData name="Sebastian Yesid Pacheco Rivera" userId="S::sebastian_ypacheco_soy.sena.edu.co#ext#@sena4.onmicrosoft.com::dd8a3589-baff-4d65-8a7b-223f290a9b59" providerId="AD" clId="Web-{DEEBC728-527E-A81E-8487-3899C3029D20}" dt="2025-05-07T21:45:43.673" v="16" actId="14100"/>
      <pc:docMkLst>
        <pc:docMk/>
      </pc:docMkLst>
      <pc:sldChg chg="addSp delSp modSp">
        <pc:chgData name="Sebastian Yesid Pacheco Rivera" userId="S::sebastian_ypacheco_soy.sena.edu.co#ext#@sena4.onmicrosoft.com::dd8a3589-baff-4d65-8a7b-223f290a9b59" providerId="AD" clId="Web-{DEEBC728-527E-A81E-8487-3899C3029D20}" dt="2025-05-07T21:45:43.673" v="16" actId="14100"/>
        <pc:sldMkLst>
          <pc:docMk/>
          <pc:sldMk cId="1154380780" sldId="548"/>
        </pc:sldMkLst>
      </pc:sldChg>
    </pc:docChg>
  </pc:docChgLst>
  <pc:docChgLst>
    <pc:chgData name="Sebastian Yesid Pacheco Rivera" userId="S::sebastian_ypacheco_soy.sena.edu.co#ext#@sena4.onmicrosoft.com::dd8a3589-baff-4d65-8a7b-223f290a9b59" providerId="AD" clId="Web-{CD9E0B73-0565-20FA-669C-AD3F99C7D902}"/>
    <pc:docChg chg="modSld">
      <pc:chgData name="Sebastian Yesid Pacheco Rivera" userId="S::sebastian_ypacheco_soy.sena.edu.co#ext#@sena4.onmicrosoft.com::dd8a3589-baff-4d65-8a7b-223f290a9b59" providerId="AD" clId="Web-{CD9E0B73-0565-20FA-669C-AD3F99C7D902}" dt="2025-05-09T12:26:54.416" v="6" actId="1076"/>
      <pc:docMkLst>
        <pc:docMk/>
      </pc:docMkLst>
    </pc:docChg>
  </pc:docChgLst>
  <pc:docChgLst>
    <pc:chgData name="Einit Natalia Barajas Figueroa" userId="S::einit_barajas_soy.sena.edu.co#ext#@sena4.onmicrosoft.com::fc0b25c1-fd4c-4cd6-87fa-59bd7e2a3bf2" providerId="AD" clId="Web-{E793079B-2DAD-273D-83AC-D073E528FA16}"/>
    <pc:docChg chg="modSld">
      <pc:chgData name="Einit Natalia Barajas Figueroa" userId="S::einit_barajas_soy.sena.edu.co#ext#@sena4.onmicrosoft.com::fc0b25c1-fd4c-4cd6-87fa-59bd7e2a3bf2" providerId="AD" clId="Web-{E793079B-2DAD-273D-83AC-D073E528FA16}" dt="2025-05-08T22:29:26.322" v="3" actId="20577"/>
      <pc:docMkLst>
        <pc:docMk/>
      </pc:docMkLst>
      <pc:sldChg chg="modSp">
        <pc:chgData name="Einit Natalia Barajas Figueroa" userId="S::einit_barajas_soy.sena.edu.co#ext#@sena4.onmicrosoft.com::fc0b25c1-fd4c-4cd6-87fa-59bd7e2a3bf2" providerId="AD" clId="Web-{E793079B-2DAD-273D-83AC-D073E528FA16}" dt="2025-05-08T22:28:44.617" v="1" actId="20577"/>
        <pc:sldMkLst>
          <pc:docMk/>
          <pc:sldMk cId="458058105" sldId="536"/>
        </pc:sldMkLst>
      </pc:sldChg>
      <pc:sldChg chg="modSp">
        <pc:chgData name="Einit Natalia Barajas Figueroa" userId="S::einit_barajas_soy.sena.edu.co#ext#@sena4.onmicrosoft.com::fc0b25c1-fd4c-4cd6-87fa-59bd7e2a3bf2" providerId="AD" clId="Web-{E793079B-2DAD-273D-83AC-D073E528FA16}" dt="2025-05-08T22:29:26.322" v="3" actId="20577"/>
        <pc:sldMkLst>
          <pc:docMk/>
          <pc:sldMk cId="4010155226" sldId="546"/>
        </pc:sldMkLst>
      </pc:sldChg>
    </pc:docChg>
  </pc:docChgLst>
  <pc:docChgLst>
    <pc:chgData name="Sebastian Yesid Pacheco Rivera" userId="S::sebastian_ypacheco_soy.sena.edu.co#ext#@sena4.onmicrosoft.com::dd8a3589-baff-4d65-8a7b-223f290a9b59" providerId="AD" clId="Web-{CC778112-C948-C9C0-5471-B30CDEBBA649}"/>
    <pc:docChg chg="modSld">
      <pc:chgData name="Sebastian Yesid Pacheco Rivera" userId="S::sebastian_ypacheco_soy.sena.edu.co#ext#@sena4.onmicrosoft.com::dd8a3589-baff-4d65-8a7b-223f290a9b59" providerId="AD" clId="Web-{CC778112-C948-C9C0-5471-B30CDEBBA649}" dt="2025-05-08T15:54:45.904" v="5" actId="1076"/>
      <pc:docMkLst>
        <pc:docMk/>
      </pc:docMkLst>
    </pc:docChg>
  </pc:docChgLst>
  <pc:docChgLst>
    <pc:chgData name="Einit Natalia Barajas Figueroa" userId="S::einit_barajas_soy.sena.edu.co#ext#@sena4.onmicrosoft.com::fc0b25c1-fd4c-4cd6-87fa-59bd7e2a3bf2" providerId="AD" clId="Web-{9F1BFD16-6713-E426-AB3E-FBDBB82BBDCE}"/>
    <pc:docChg chg="addSld delSld modSld sldOrd">
      <pc:chgData name="Einit Natalia Barajas Figueroa" userId="S::einit_barajas_soy.sena.edu.co#ext#@sena4.onmicrosoft.com::fc0b25c1-fd4c-4cd6-87fa-59bd7e2a3bf2" providerId="AD" clId="Web-{9F1BFD16-6713-E426-AB3E-FBDBB82BBDCE}" dt="2025-05-14T21:01:19.066" v="64"/>
      <pc:docMkLst>
        <pc:docMk/>
      </pc:docMkLst>
      <pc:sldChg chg="addSp delSp modSp">
        <pc:chgData name="Einit Natalia Barajas Figueroa" userId="S::einit_barajas_soy.sena.edu.co#ext#@sena4.onmicrosoft.com::fc0b25c1-fd4c-4cd6-87fa-59bd7e2a3bf2" providerId="AD" clId="Web-{9F1BFD16-6713-E426-AB3E-FBDBB82BBDCE}" dt="2025-05-14T20:58:35.638" v="61" actId="14100"/>
        <pc:sldMkLst>
          <pc:docMk/>
          <pc:sldMk cId="2269292441" sldId="532"/>
        </pc:sldMkLst>
      </pc:sldChg>
      <pc:sldChg chg="delSp modSp del">
        <pc:chgData name="Einit Natalia Barajas Figueroa" userId="S::einit_barajas_soy.sena.edu.co#ext#@sena4.onmicrosoft.com::fc0b25c1-fd4c-4cd6-87fa-59bd7e2a3bf2" providerId="AD" clId="Web-{9F1BFD16-6713-E426-AB3E-FBDBB82BBDCE}" dt="2025-05-14T20:57:06.041" v="32"/>
        <pc:sldMkLst>
          <pc:docMk/>
          <pc:sldMk cId="721919092" sldId="549"/>
        </pc:sldMkLst>
      </pc:sldChg>
      <pc:sldChg chg="addSp delSp modSp add replId">
        <pc:chgData name="Einit Natalia Barajas Figueroa" userId="S::einit_barajas_soy.sena.edu.co#ext#@sena4.onmicrosoft.com::fc0b25c1-fd4c-4cd6-87fa-59bd7e2a3bf2" providerId="AD" clId="Web-{9F1BFD16-6713-E426-AB3E-FBDBB82BBDCE}" dt="2025-05-14T20:57:00.338" v="31" actId="14100"/>
        <pc:sldMkLst>
          <pc:docMk/>
          <pc:sldMk cId="3684434972" sldId="558"/>
        </pc:sldMkLst>
      </pc:sldChg>
      <pc:sldChg chg="add del ord replId">
        <pc:chgData name="Einit Natalia Barajas Figueroa" userId="S::einit_barajas_soy.sena.edu.co#ext#@sena4.onmicrosoft.com::fc0b25c1-fd4c-4cd6-87fa-59bd7e2a3bf2" providerId="AD" clId="Web-{9F1BFD16-6713-E426-AB3E-FBDBB82BBDCE}" dt="2025-05-14T21:01:19.066" v="64"/>
        <pc:sldMkLst>
          <pc:docMk/>
          <pc:sldMk cId="3182367636" sldId="559"/>
        </pc:sldMkLst>
      </pc:sldChg>
      <pc:sldChg chg="add">
        <pc:chgData name="Einit Natalia Barajas Figueroa" userId="S::einit_barajas_soy.sena.edu.co#ext#@sena4.onmicrosoft.com::fc0b25c1-fd4c-4cd6-87fa-59bd7e2a3bf2" providerId="AD" clId="Web-{9F1BFD16-6713-E426-AB3E-FBDBB82BBDCE}" dt="2025-05-14T20:59:06.514" v="62"/>
        <pc:sldMkLst>
          <pc:docMk/>
          <pc:sldMk cId="4269885340" sldId="560"/>
        </pc:sldMkLst>
      </pc:sldChg>
    </pc:docChg>
  </pc:docChgLst>
  <pc:docChgLst>
    <pc:chgData name="Sebastian Yesid Pacheco Rivera" userId="S::sebastian_ypacheco_soy.sena.edu.co#ext#@sena4.onmicrosoft.com::dd8a3589-baff-4d65-8a7b-223f290a9b59" providerId="AD" clId="Web-{B44FC89A-96E5-28AE-566D-E55FE002E6D9}"/>
    <pc:docChg chg="delSld modSld">
      <pc:chgData name="Sebastian Yesid Pacheco Rivera" userId="S::sebastian_ypacheco_soy.sena.edu.co#ext#@sena4.onmicrosoft.com::dd8a3589-baff-4d65-8a7b-223f290a9b59" providerId="AD" clId="Web-{B44FC89A-96E5-28AE-566D-E55FE002E6D9}" dt="2025-05-15T20:00:31.054" v="465"/>
      <pc:docMkLst>
        <pc:docMk/>
      </pc:docMkLst>
      <pc:sldChg chg="del">
        <pc:chgData name="Sebastian Yesid Pacheco Rivera" userId="S::sebastian_ypacheco_soy.sena.edu.co#ext#@sena4.onmicrosoft.com::dd8a3589-baff-4d65-8a7b-223f290a9b59" providerId="AD" clId="Web-{B44FC89A-96E5-28AE-566D-E55FE002E6D9}" dt="2025-05-15T19:42:48.734" v="220"/>
        <pc:sldMkLst>
          <pc:docMk/>
          <pc:sldMk cId="1971142826" sldId="535"/>
        </pc:sldMkLst>
      </pc:sldChg>
      <pc:sldChg chg="delSp modSp">
        <pc:chgData name="Sebastian Yesid Pacheco Rivera" userId="S::sebastian_ypacheco_soy.sena.edu.co#ext#@sena4.onmicrosoft.com::dd8a3589-baff-4d65-8a7b-223f290a9b59" providerId="AD" clId="Web-{B44FC89A-96E5-28AE-566D-E55FE002E6D9}" dt="2025-05-15T19:57:42.095" v="456" actId="1076"/>
        <pc:sldMkLst>
          <pc:docMk/>
          <pc:sldMk cId="458058105" sldId="536"/>
        </pc:sldMkLst>
      </pc:sldChg>
      <pc:sldChg chg="addSp modSp">
        <pc:chgData name="Sebastian Yesid Pacheco Rivera" userId="S::sebastian_ypacheco_soy.sena.edu.co#ext#@sena4.onmicrosoft.com::dd8a3589-baff-4d65-8a7b-223f290a9b59" providerId="AD" clId="Web-{B44FC89A-96E5-28AE-566D-E55FE002E6D9}" dt="2025-05-15T19:43:26.829" v="225" actId="20577"/>
        <pc:sldMkLst>
          <pc:docMk/>
          <pc:sldMk cId="1129184617" sldId="541"/>
        </pc:sldMkLst>
      </pc:sldChg>
      <pc:sldChg chg="addSp delSp modSp">
        <pc:chgData name="Sebastian Yesid Pacheco Rivera" userId="S::sebastian_ypacheco_soy.sena.edu.co#ext#@sena4.onmicrosoft.com::dd8a3589-baff-4d65-8a7b-223f290a9b59" providerId="AD" clId="Web-{B44FC89A-96E5-28AE-566D-E55FE002E6D9}" dt="2025-05-15T19:10:34.842" v="200"/>
        <pc:sldMkLst>
          <pc:docMk/>
          <pc:sldMk cId="4085932155" sldId="542"/>
        </pc:sldMkLst>
      </pc:sldChg>
      <pc:sldChg chg="addSp modSp">
        <pc:chgData name="Sebastian Yesid Pacheco Rivera" userId="S::sebastian_ypacheco_soy.sena.edu.co#ext#@sena4.onmicrosoft.com::dd8a3589-baff-4d65-8a7b-223f290a9b59" providerId="AD" clId="Web-{B44FC89A-96E5-28AE-566D-E55FE002E6D9}" dt="2025-05-15T18:30:08.901" v="22" actId="20577"/>
        <pc:sldMkLst>
          <pc:docMk/>
          <pc:sldMk cId="3230526153" sldId="544"/>
        </pc:sldMkLst>
      </pc:sldChg>
      <pc:sldChg chg="modSp">
        <pc:chgData name="Sebastian Yesid Pacheco Rivera" userId="S::sebastian_ypacheco_soy.sena.edu.co#ext#@sena4.onmicrosoft.com::dd8a3589-baff-4d65-8a7b-223f290a9b59" providerId="AD" clId="Web-{B44FC89A-96E5-28AE-566D-E55FE002E6D9}" dt="2025-05-15T19:57:03.296" v="450" actId="20577"/>
        <pc:sldMkLst>
          <pc:docMk/>
          <pc:sldMk cId="1980261243" sldId="545"/>
        </pc:sldMkLst>
      </pc:sldChg>
      <pc:sldChg chg="modSp">
        <pc:chgData name="Sebastian Yesid Pacheco Rivera" userId="S::sebastian_ypacheco_soy.sena.edu.co#ext#@sena4.onmicrosoft.com::dd8a3589-baff-4d65-8a7b-223f290a9b59" providerId="AD" clId="Web-{B44FC89A-96E5-28AE-566D-E55FE002E6D9}" dt="2025-05-15T20:00:31.054" v="465"/>
        <pc:sldMkLst>
          <pc:docMk/>
          <pc:sldMk cId="4010155226" sldId="546"/>
        </pc:sldMkLst>
      </pc:sldChg>
      <pc:sldChg chg="addSp delSp modSp">
        <pc:chgData name="Sebastian Yesid Pacheco Rivera" userId="S::sebastian_ypacheco_soy.sena.edu.co#ext#@sena4.onmicrosoft.com::dd8a3589-baff-4d65-8a7b-223f290a9b59" providerId="AD" clId="Web-{B44FC89A-96E5-28AE-566D-E55FE002E6D9}" dt="2025-05-15T19:13:04.467" v="202"/>
        <pc:sldMkLst>
          <pc:docMk/>
          <pc:sldMk cId="2089533574" sldId="547"/>
        </pc:sldMkLst>
      </pc:sldChg>
      <pc:sldChg chg="modSp">
        <pc:chgData name="Sebastian Yesid Pacheco Rivera" userId="S::sebastian_ypacheco_soy.sena.edu.co#ext#@sena4.onmicrosoft.com::dd8a3589-baff-4d65-8a7b-223f290a9b59" providerId="AD" clId="Web-{B44FC89A-96E5-28AE-566D-E55FE002E6D9}" dt="2025-05-15T18:25:44.017" v="1" actId="14100"/>
        <pc:sldMkLst>
          <pc:docMk/>
          <pc:sldMk cId="354660886" sldId="555"/>
        </pc:sldMkLst>
      </pc:sldChg>
      <pc:sldChg chg="modSp">
        <pc:chgData name="Sebastian Yesid Pacheco Rivera" userId="S::sebastian_ypacheco_soy.sena.edu.co#ext#@sena4.onmicrosoft.com::dd8a3589-baff-4d65-8a7b-223f290a9b59" providerId="AD" clId="Web-{B44FC89A-96E5-28AE-566D-E55FE002E6D9}" dt="2025-05-15T19:44:50.520" v="231" actId="20577"/>
        <pc:sldMkLst>
          <pc:docMk/>
          <pc:sldMk cId="50539056" sldId="557"/>
        </pc:sldMkLst>
      </pc:sldChg>
    </pc:docChg>
  </pc:docChgLst>
  <pc:docChgLst>
    <pc:chgData name="Einit Natalia Barajas Figueroa" userId="S::einit_barajas_soy.sena.edu.co#ext#@sena4.onmicrosoft.com::fc0b25c1-fd4c-4cd6-87fa-59bd7e2a3bf2" providerId="AD" clId="Web-{EEAFF224-06E2-0F20-43AB-D345F566A1DC}"/>
    <pc:docChg chg="modSld">
      <pc:chgData name="Einit Natalia Barajas Figueroa" userId="S::einit_barajas_soy.sena.edu.co#ext#@sena4.onmicrosoft.com::fc0b25c1-fd4c-4cd6-87fa-59bd7e2a3bf2" providerId="AD" clId="Web-{EEAFF224-06E2-0F20-43AB-D345F566A1DC}" dt="2025-07-11T17:30:11.413" v="13" actId="1076"/>
      <pc:docMkLst>
        <pc:docMk/>
      </pc:docMkLst>
      <pc:sldChg chg="addSp modSp">
        <pc:chgData name="Einit Natalia Barajas Figueroa" userId="S::einit_barajas_soy.sena.edu.co#ext#@sena4.onmicrosoft.com::fc0b25c1-fd4c-4cd6-87fa-59bd7e2a3bf2" providerId="AD" clId="Web-{EEAFF224-06E2-0F20-43AB-D345F566A1DC}" dt="2025-07-11T17:30:11.413" v="13" actId="1076"/>
        <pc:sldMkLst>
          <pc:docMk/>
          <pc:sldMk cId="1124616190" sldId="539"/>
        </pc:sldMkLst>
        <pc:spChg chg="mod">
          <ac:chgData name="Einit Natalia Barajas Figueroa" userId="S::einit_barajas_soy.sena.edu.co#ext#@sena4.onmicrosoft.com::fc0b25c1-fd4c-4cd6-87fa-59bd7e2a3bf2" providerId="AD" clId="Web-{EEAFF224-06E2-0F20-43AB-D345F566A1DC}" dt="2025-07-11T17:22:24.492" v="3" actId="1076"/>
          <ac:spMkLst>
            <pc:docMk/>
            <pc:sldMk cId="1124616190" sldId="539"/>
            <ac:spMk id="4" creationId="{EA7026A2-4DA2-FAFF-9A67-EA8EBE871B43}"/>
          </ac:spMkLst>
        </pc:spChg>
        <pc:picChg chg="add mod">
          <ac:chgData name="Einit Natalia Barajas Figueroa" userId="S::einit_barajas_soy.sena.edu.co#ext#@sena4.onmicrosoft.com::fc0b25c1-fd4c-4cd6-87fa-59bd7e2a3bf2" providerId="AD" clId="Web-{EEAFF224-06E2-0F20-43AB-D345F566A1DC}" dt="2025-07-11T17:30:08.335" v="12" actId="14100"/>
          <ac:picMkLst>
            <pc:docMk/>
            <pc:sldMk cId="1124616190" sldId="539"/>
            <ac:picMk id="3" creationId="{78CC76DD-1473-50FB-6035-FFD3F84379CE}"/>
          </ac:picMkLst>
        </pc:picChg>
        <pc:picChg chg="mod">
          <ac:chgData name="Einit Natalia Barajas Figueroa" userId="S::einit_barajas_soy.sena.edu.co#ext#@sena4.onmicrosoft.com::fc0b25c1-fd4c-4cd6-87fa-59bd7e2a3bf2" providerId="AD" clId="Web-{EEAFF224-06E2-0F20-43AB-D345F566A1DC}" dt="2025-07-11T17:30:11.413" v="13" actId="1076"/>
          <ac:picMkLst>
            <pc:docMk/>
            <pc:sldMk cId="1124616190" sldId="539"/>
            <ac:picMk id="5" creationId="{D67547C5-B3DB-2A81-76FA-36EB94BFDDF3}"/>
          </ac:picMkLst>
        </pc:picChg>
      </pc:sldChg>
    </pc:docChg>
  </pc:docChgLst>
  <pc:docChgLst>
    <pc:chgData name="Sebastian Yesid Pacheco Rivera" userId="S::sebastian_ypacheco_soy.sena.edu.co#ext#@sena4.onmicrosoft.com::dd8a3589-baff-4d65-8a7b-223f290a9b59" providerId="AD" clId="Web-{5D6F1BF5-7A67-29C5-62AA-D75C70CC1608}"/>
    <pc:docChg chg="modSld">
      <pc:chgData name="Sebastian Yesid Pacheco Rivera" userId="S::sebastian_ypacheco_soy.sena.edu.co#ext#@sena4.onmicrosoft.com::dd8a3589-baff-4d65-8a7b-223f290a9b59" providerId="AD" clId="Web-{5D6F1BF5-7A67-29C5-62AA-D75C70CC1608}" dt="2025-05-16T21:29:17.961" v="39" actId="1076"/>
      <pc:docMkLst>
        <pc:docMk/>
      </pc:docMkLst>
      <pc:sldChg chg="addSp delSp modSp">
        <pc:chgData name="Sebastian Yesid Pacheco Rivera" userId="S::sebastian_ypacheco_soy.sena.edu.co#ext#@sena4.onmicrosoft.com::dd8a3589-baff-4d65-8a7b-223f290a9b59" providerId="AD" clId="Web-{5D6F1BF5-7A67-29C5-62AA-D75C70CC1608}" dt="2025-05-16T21:29:17.961" v="39" actId="1076"/>
        <pc:sldMkLst>
          <pc:docMk/>
          <pc:sldMk cId="4269885340" sldId="560"/>
        </pc:sldMkLst>
      </pc:sldChg>
    </pc:docChg>
  </pc:docChgLst>
  <pc:docChgLst>
    <pc:chgData name="Alejandro Hernandez Lara" userId="S::alejandro_hernandela_soy.sena.edu.co#ext#@sena4.onmicrosoft.com::9f9c4d50-f178-446c-ace7-a348e4fa69c4" providerId="AD" clId="Web-{474D9A83-D20A-A71F-2AD3-90EFB872BBD6}"/>
    <pc:docChg chg="modSld">
      <pc:chgData name="Alejandro Hernandez Lara" userId="S::alejandro_hernandela_soy.sena.edu.co#ext#@sena4.onmicrosoft.com::9f9c4d50-f178-446c-ace7-a348e4fa69c4" providerId="AD" clId="Web-{474D9A83-D20A-A71F-2AD3-90EFB872BBD6}" dt="2025-05-09T18:27:41.006" v="3" actId="20577"/>
      <pc:docMkLst>
        <pc:docMk/>
      </pc:docMkLst>
      <pc:sldChg chg="modSp">
        <pc:chgData name="Alejandro Hernandez Lara" userId="S::alejandro_hernandela_soy.sena.edu.co#ext#@sena4.onmicrosoft.com::9f9c4d50-f178-446c-ace7-a348e4fa69c4" providerId="AD" clId="Web-{474D9A83-D20A-A71F-2AD3-90EFB872BBD6}" dt="2025-05-09T18:27:41.006" v="3" actId="20577"/>
        <pc:sldMkLst>
          <pc:docMk/>
          <pc:sldMk cId="281080768" sldId="540"/>
        </pc:sldMkLst>
      </pc:sldChg>
    </pc:docChg>
  </pc:docChgLst>
</pc:chgInfo>
</file>

<file path=ppt/comments/modernComment_21B_430847FE.xml><?xml version="1.0" encoding="utf-8"?>
<p188:cmLst xmlns:a="http://schemas.openxmlformats.org/drawingml/2006/main" xmlns:r="http://schemas.openxmlformats.org/officeDocument/2006/relationships" xmlns:p188="http://schemas.microsoft.com/office/powerpoint/2018/8/main">
  <p188:cm id="{30BE37ED-6B30-4223-9B10-06D65EB9D9C6}" authorId="{27DD254F-37CE-B72A-D929-E70B54B0ED62}" created="2025-05-09T17:20:23.641">
    <pc:sldMkLst xmlns:pc="http://schemas.microsoft.com/office/powerpoint/2013/main/command">
      <pc:docMk/>
      <pc:sldMk cId="1124616190" sldId="539"/>
    </pc:sldMkLst>
    <p188:txBody>
      <a:bodyPr/>
      <a:lstStyle/>
      <a:p>
        <a:r>
          <a:rPr lang="en-US"/>
          <a:t>sebas</a:t>
        </a:r>
      </a:p>
    </p188:txBody>
  </p188:cm>
</p188:cmLst>
</file>

<file path=ppt/comments/modernComment_21C_10C0F3C0.xml><?xml version="1.0" encoding="utf-8"?>
<p188:cmLst xmlns:a="http://schemas.openxmlformats.org/drawingml/2006/main" xmlns:r="http://schemas.openxmlformats.org/officeDocument/2006/relationships" xmlns:p188="http://schemas.microsoft.com/office/powerpoint/2018/8/main">
  <p188:cm id="{11CE1347-AC39-47DA-869C-8FE83F8BB829}" authorId="{27DD254F-37CE-B72A-D929-E70B54B0ED62}" created="2025-05-09T17:20:57.283">
    <pc:sldMkLst xmlns:pc="http://schemas.microsoft.com/office/powerpoint/2013/main/command">
      <pc:docMk/>
      <pc:sldMk cId="281080768" sldId="540"/>
    </pc:sldMkLst>
    <p188:txBody>
      <a:bodyPr/>
      <a:lstStyle/>
      <a:p>
        <a:r>
          <a:rPr lang="en-US"/>
          <a:t>nata</a:t>
        </a:r>
      </a:p>
    </p188:txBody>
  </p188:cm>
</p188:cmLst>
</file>

<file path=ppt/comments/modernComment_21D_434DFD69.xml><?xml version="1.0" encoding="utf-8"?>
<p188:cmLst xmlns:a="http://schemas.openxmlformats.org/drawingml/2006/main" xmlns:r="http://schemas.openxmlformats.org/officeDocument/2006/relationships" xmlns:p188="http://schemas.microsoft.com/office/powerpoint/2018/8/main">
  <p188:cm id="{6C7D49E4-DED9-468E-899C-36759F392501}" authorId="{27DD254F-37CE-B72A-D929-E70B54B0ED62}" created="2025-05-09T17:20:07.781">
    <pc:sldMkLst xmlns:pc="http://schemas.microsoft.com/office/powerpoint/2013/main/command">
      <pc:docMk/>
      <pc:sldMk cId="1129184617" sldId="541"/>
    </pc:sldMkLst>
    <p188:txBody>
      <a:bodyPr/>
      <a:lstStyle/>
      <a:p>
        <a:r>
          <a:rPr lang="en-US"/>
          <a:t>sebas</a:t>
        </a:r>
      </a:p>
    </p188:txBody>
  </p188:cm>
</p188:cmLst>
</file>

<file path=ppt/comments/modernComment_22B_1523B216.xml><?xml version="1.0" encoding="utf-8"?>
<p188:cmLst xmlns:a="http://schemas.openxmlformats.org/drawingml/2006/main" xmlns:r="http://schemas.openxmlformats.org/officeDocument/2006/relationships" xmlns:p188="http://schemas.microsoft.com/office/powerpoint/2018/8/main">
  <p188:cm id="{BAC63BCA-4324-48A6-BE18-5EA2CFC287F4}" authorId="{27DD254F-37CE-B72A-D929-E70B54B0ED62}" created="2025-05-09T17:21:05.549">
    <pc:sldMkLst xmlns:pc="http://schemas.microsoft.com/office/powerpoint/2013/main/command">
      <pc:docMk/>
      <pc:sldMk cId="1971142826" sldId="535"/>
    </pc:sldMkLst>
    <p188:txBody>
      <a:bodyPr/>
      <a:lstStyle/>
      <a:p>
        <a:r>
          <a:rPr lang="en-US"/>
          <a:t>nata</a:t>
        </a:r>
      </a:p>
    </p188:txBody>
  </p188:cm>
</p188:cmLst>
</file>

<file path=ppt/comments/modernComment_22C_2461712B.xml><?xml version="1.0" encoding="utf-8"?>
<p188:cmLst xmlns:a="http://schemas.openxmlformats.org/drawingml/2006/main" xmlns:r="http://schemas.openxmlformats.org/officeDocument/2006/relationships" xmlns:p188="http://schemas.microsoft.com/office/powerpoint/2018/8/main">
  <p188:cm id="{28F456A8-017C-44BB-B0DA-251F321016DF}" authorId="{27DD254F-37CE-B72A-D929-E70B54B0ED62}" created="2025-05-09T17:23:09.288">
    <pc:sldMkLst xmlns:pc="http://schemas.microsoft.com/office/powerpoint/2013/main/command">
      <pc:docMk/>
      <pc:sldMk cId="244571600" sldId="554"/>
    </pc:sldMkLst>
    <p188:txBody>
      <a:bodyPr/>
      <a:lstStyle/>
      <a:p>
        <a:r>
          <a:rPr lang="en-US"/>
          <a:t>2</a:t>
        </a:r>
      </a:p>
    </p188:txBody>
  </p188:cm>
</p188:cmLst>
</file>

<file path=ppt/comments/modernComment_22D_3032A30.xml><?xml version="1.0" encoding="utf-8"?>
<p188:cmLst xmlns:a="http://schemas.openxmlformats.org/drawingml/2006/main" xmlns:r="http://schemas.openxmlformats.org/officeDocument/2006/relationships" xmlns:p188="http://schemas.microsoft.com/office/powerpoint/2018/8/main">
  <p188:cm id="{13417762-9219-4DAF-B33E-5393D017C703}" authorId="{27DD254F-37CE-B72A-D929-E70B54B0ED62}" created="2025-05-09T17:21:40.691">
    <pc:sldMkLst xmlns:pc="http://schemas.microsoft.com/office/powerpoint/2013/main/command">
      <pc:docMk/>
      <pc:sldMk cId="458058105" sldId="536"/>
    </pc:sldMkLst>
    <p188:txBody>
      <a:bodyPr/>
      <a:lstStyle/>
      <a:p>
        <a:r>
          <a:rPr lang="en-US"/>
          <a:t>nata</a:t>
        </a:r>
      </a:p>
    </p188:txBody>
  </p188:cm>
</p188:cmLst>
</file>

<file path=ppt/comments/modernComment_218_1B4D6979.xml><?xml version="1.0" encoding="utf-8"?>
<p188:cmLst xmlns:a="http://schemas.openxmlformats.org/drawingml/2006/main" xmlns:r="http://schemas.openxmlformats.org/officeDocument/2006/relationships" xmlns:p188="http://schemas.microsoft.com/office/powerpoint/2018/8/main">
  <p188:cm id="{BF25E645-1C7D-4B94-AF83-349044F6C4A1}" authorId="{27DD254F-37CE-B72A-D929-E70B54B0ED62}" created="2025-05-09T17:21:40.691">
    <pc:sldMkLst xmlns:pc="http://schemas.microsoft.com/office/powerpoint/2013/main/command">
      <pc:docMk/>
      <pc:sldMk cId="458058105" sldId="536"/>
    </pc:sldMkLst>
    <p188:txBody>
      <a:bodyPr/>
      <a:lstStyle/>
      <a:p>
        <a:r>
          <a:rPr lang="en-US"/>
          <a:t>nata</a:t>
        </a:r>
      </a:p>
    </p188:txBody>
  </p188:cm>
</p188:cmLst>
</file>

<file path=ppt/comments/modernComment_233_9BB658D1.xml><?xml version="1.0" encoding="utf-8"?>
<p188:cmLst xmlns:a="http://schemas.openxmlformats.org/drawingml/2006/main" xmlns:r="http://schemas.openxmlformats.org/officeDocument/2006/relationships" xmlns:p188="http://schemas.microsoft.com/office/powerpoint/2018/8/main">
  <p188:cm id="{28979E4E-E771-4D3F-9FBE-02225C1AC9D2}" authorId="{27DD254F-37CE-B72A-D929-E70B54B0ED62}" created="2025-05-09T17:21:40.691">
    <pc:sldMkLst xmlns:pc="http://schemas.microsoft.com/office/powerpoint/2013/main/command">
      <pc:docMk/>
      <pc:sldMk cId="458058105" sldId="536"/>
    </pc:sldMkLst>
    <p188:txBody>
      <a:bodyPr/>
      <a:lstStyle/>
      <a:p>
        <a:r>
          <a:rPr lang="en-US"/>
          <a:t>nata</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999AFE6-721E-1D92-FFC0-72E02DBB97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BA598C0A-ECF9-B897-80D5-1AE7ABA305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8369B9F-131C-2846-AB8F-CEE154B4CAEB}" type="datetimeFigureOut">
              <a:rPr lang="es-CO" smtClean="0"/>
              <a:t>17/04/2026</a:t>
            </a:fld>
            <a:endParaRPr lang="es-CO"/>
          </a:p>
        </p:txBody>
      </p:sp>
      <p:sp>
        <p:nvSpPr>
          <p:cNvPr id="4" name="Marcador de pie de página 3">
            <a:extLst>
              <a:ext uri="{FF2B5EF4-FFF2-40B4-BE49-F238E27FC236}">
                <a16:creationId xmlns:a16="http://schemas.microsoft.com/office/drawing/2014/main" id="{788F308B-0102-A0B4-9A23-E807C735E85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1E7CACDD-5D14-572A-2591-609B03F168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93070F-3F68-E043-9CC3-B53B4F22454C}" type="slidenum">
              <a:rPr lang="es-CO" smtClean="0"/>
              <a:t>‹Nº›</a:t>
            </a:fld>
            <a:endParaRPr lang="es-CO"/>
          </a:p>
        </p:txBody>
      </p:sp>
    </p:spTree>
    <p:extLst>
      <p:ext uri="{BB962C8B-B14F-4D97-AF65-F5344CB8AC3E}">
        <p14:creationId xmlns:p14="http://schemas.microsoft.com/office/powerpoint/2010/main" val="3470045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60CB96-A603-FF42-AE46-F5F75F80A67B}" type="datetimeFigureOut">
              <a:rPr lang="es-CO" smtClean="0"/>
              <a:t>17/04/2026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06C58E-460D-4A4B-B0C2-1191B9D14FCB}" type="slidenum">
              <a:rPr lang="es-CO" smtClean="0"/>
              <a:t>‹Nº›</a:t>
            </a:fld>
            <a:endParaRPr lang="es-CO"/>
          </a:p>
        </p:txBody>
      </p:sp>
    </p:spTree>
    <p:extLst>
      <p:ext uri="{BB962C8B-B14F-4D97-AF65-F5344CB8AC3E}">
        <p14:creationId xmlns:p14="http://schemas.microsoft.com/office/powerpoint/2010/main" val="102130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95260C-E8AD-B240-9481-5B2FE14A606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8F4960B-AC04-294C-9B8A-B10830EF5F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9F720DD-BA8F-C443-A59E-F0EEAF843AB1}"/>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5" name="Marcador de pie de página 4">
            <a:extLst>
              <a:ext uri="{FF2B5EF4-FFF2-40B4-BE49-F238E27FC236}">
                <a16:creationId xmlns:a16="http://schemas.microsoft.com/office/drawing/2014/main" id="{F9A1676A-B50F-4048-B9A0-67475225D0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0B408DD-191C-9940-B5DC-9B04378C876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379450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17F6C-CDBB-234C-B00B-255C60E5483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9743F10-0075-0F47-A0C2-0071CB2B384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AB4C6E2-1F45-C54F-A384-6BA60BB5E5E7}"/>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5" name="Marcador de pie de página 4">
            <a:extLst>
              <a:ext uri="{FF2B5EF4-FFF2-40B4-BE49-F238E27FC236}">
                <a16:creationId xmlns:a16="http://schemas.microsoft.com/office/drawing/2014/main" id="{EF44B0E8-9C87-6C41-96F5-6419B50005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DD08979-815A-D443-B424-FB031F975D72}"/>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642203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4B3E04-413C-394A-94BD-6FD1D56E17F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E8DEAC-948A-0F4A-9098-1EA5A30BE36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F0E9B39-9659-7747-851C-17A0C73C8B12}"/>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5" name="Marcador de pie de página 4">
            <a:extLst>
              <a:ext uri="{FF2B5EF4-FFF2-40B4-BE49-F238E27FC236}">
                <a16:creationId xmlns:a16="http://schemas.microsoft.com/office/drawing/2014/main" id="{5990AE33-28EE-274E-8E15-02A1474831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EA1D99B-0619-1847-8509-03589920E86F}"/>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130376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0119BB-39AA-4B48-BB60-3EE344FF24B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8E8365F-8201-9D4B-85A4-E53E8819A86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C674364B-4945-0A4D-A279-35519E3F46D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2868BFB1-0C38-A141-AB7B-22CD10FF3F3D}"/>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6" name="Marcador de pie de página 5">
            <a:extLst>
              <a:ext uri="{FF2B5EF4-FFF2-40B4-BE49-F238E27FC236}">
                <a16:creationId xmlns:a16="http://schemas.microsoft.com/office/drawing/2014/main" id="{9FF6516E-C104-3E4A-BC0F-DC137BD98C4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2C08597-16B2-3B42-B59A-8815DD747357}"/>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42547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44272C-3F8B-AF4A-82BE-E5BE9107D7B0}"/>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4B8DA00-E62A-A54E-BC50-AEBAAF2516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E9F7D8-1A62-544F-A4E2-23A591854BA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895FC1-5F27-B640-81B9-33366BECB5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400D0329-F1AE-FE44-A7B4-B16B429A0C9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5A80CE19-B065-6E4F-A207-999BBF94CA15}"/>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8" name="Marcador de pie de página 7">
            <a:extLst>
              <a:ext uri="{FF2B5EF4-FFF2-40B4-BE49-F238E27FC236}">
                <a16:creationId xmlns:a16="http://schemas.microsoft.com/office/drawing/2014/main" id="{299C46BF-4920-E443-B109-668969C5EB88}"/>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9C417FDA-D0D0-AD4C-9F49-6FFEC4BC64C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6954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C92FB5-1F0C-DE4B-8A05-DE0792814E4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5AF7F14C-AA7D-3049-A400-4AC6EED53745}"/>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4" name="Marcador de pie de página 3">
            <a:extLst>
              <a:ext uri="{FF2B5EF4-FFF2-40B4-BE49-F238E27FC236}">
                <a16:creationId xmlns:a16="http://schemas.microsoft.com/office/drawing/2014/main" id="{E746EF7E-3912-BF43-BEB6-49819D4EEF21}"/>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D767C9-209C-E54C-90E7-5176E4464B89}"/>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822851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7E92712-14E7-954C-8C23-33CD3DBD715B}"/>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3" name="Marcador de pie de página 2">
            <a:extLst>
              <a:ext uri="{FF2B5EF4-FFF2-40B4-BE49-F238E27FC236}">
                <a16:creationId xmlns:a16="http://schemas.microsoft.com/office/drawing/2014/main" id="{FD7BCE5F-F417-1247-9F26-F4B71346851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0B4FC7D-A6BA-0840-87AD-C71B1896B98D}"/>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541620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F2BE35-F0B5-DA4A-BE9E-AACFF26FF18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E62C38B-5384-914E-829A-352266F70B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A79E434B-6E01-8148-AB00-051DDD402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3E8B8D-7A8A-794B-83A8-6920142BBBD1}"/>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6" name="Marcador de pie de página 5">
            <a:extLst>
              <a:ext uri="{FF2B5EF4-FFF2-40B4-BE49-F238E27FC236}">
                <a16:creationId xmlns:a16="http://schemas.microsoft.com/office/drawing/2014/main" id="{582F34C9-1A26-0B41-8AE3-21E599CC561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82100B2-B969-0340-BEE2-F5FE05353DFA}"/>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69714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DFDE3-8BDA-6F45-A442-3C2913AE52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C08B3433-597C-7E43-A088-A50E443431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A20DB791-C948-D149-A74A-0C0DFCA0B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145138C-C370-6E42-902A-0DD2F4F614AE}"/>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6" name="Marcador de pie de página 5">
            <a:extLst>
              <a:ext uri="{FF2B5EF4-FFF2-40B4-BE49-F238E27FC236}">
                <a16:creationId xmlns:a16="http://schemas.microsoft.com/office/drawing/2014/main" id="{9A61561C-CA9F-0943-8A3E-60233368C60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7B72CA4-FB9F-FB4B-8159-119C3846C3C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069502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07BF5-7EFA-9943-8CEE-7006AC893CB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EFF53FB-B16B-7444-99CF-B7533C11E26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C9133D3-834D-0942-99DE-29F15E8DC436}"/>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5" name="Marcador de pie de página 4">
            <a:extLst>
              <a:ext uri="{FF2B5EF4-FFF2-40B4-BE49-F238E27FC236}">
                <a16:creationId xmlns:a16="http://schemas.microsoft.com/office/drawing/2014/main" id="{5A5A02E1-CB07-7943-ACA2-6FF8387D32D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12BC7A9-2B5F-1841-91C8-9460E3E551A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711478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C11DF48-6A7C-3349-8650-2AA87E5D5E6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5D61C96-3D9F-F745-A812-5EC81CEB48F4}"/>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3F61D3C-242D-F544-9883-3EEF515CE808}"/>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5" name="Marcador de pie de página 4">
            <a:extLst>
              <a:ext uri="{FF2B5EF4-FFF2-40B4-BE49-F238E27FC236}">
                <a16:creationId xmlns:a16="http://schemas.microsoft.com/office/drawing/2014/main" id="{CCAB2518-6961-A143-A5EE-C5606EBA486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86FEAD3-1533-7A45-8011-C0C84A1DCD46}"/>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3816216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CE09D5-8681-04F4-0AD1-7206C3FF51F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8EB62C8D-42BE-8DF8-DDA7-6DDCB2389C42}"/>
              </a:ext>
            </a:extLst>
          </p:cNvPr>
          <p:cNvSpPr>
            <a:spLocks noGrp="1"/>
          </p:cNvSpPr>
          <p:nvPr>
            <p:ph type="dt" sz="half" idx="10"/>
          </p:nvPr>
        </p:nvSpPr>
        <p:spPr/>
        <p:txBody>
          <a:bodyPr/>
          <a:lstStyle/>
          <a:p>
            <a:fld id="{BD986248-06F7-A441-A47A-264EBD310E11}" type="datetimeFigureOut">
              <a:rPr lang="es-CO" smtClean="0"/>
              <a:t>17/04/2026</a:t>
            </a:fld>
            <a:endParaRPr lang="es-CO"/>
          </a:p>
        </p:txBody>
      </p:sp>
      <p:sp>
        <p:nvSpPr>
          <p:cNvPr id="4" name="Marcador de pie de página 3">
            <a:extLst>
              <a:ext uri="{FF2B5EF4-FFF2-40B4-BE49-F238E27FC236}">
                <a16:creationId xmlns:a16="http://schemas.microsoft.com/office/drawing/2014/main" id="{19F9D5C3-AD35-C818-D069-AB2D8EBBEEF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E106A169-E84D-2DE1-E7CC-7058F9C00ADE}"/>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145659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6EFFBE1-33C9-1D48-A916-7535B68EC6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78E02A-26CF-6C46-A280-67C4AA0551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CE7CDF9-2DDE-C04D-A9B9-78F138A1C3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986248-06F7-A441-A47A-264EBD310E11}" type="datetimeFigureOut">
              <a:rPr lang="es-CO" smtClean="0"/>
              <a:t>17/04/2026</a:t>
            </a:fld>
            <a:endParaRPr lang="es-CO"/>
          </a:p>
        </p:txBody>
      </p:sp>
      <p:sp>
        <p:nvSpPr>
          <p:cNvPr id="5" name="Marcador de pie de página 4">
            <a:extLst>
              <a:ext uri="{FF2B5EF4-FFF2-40B4-BE49-F238E27FC236}">
                <a16:creationId xmlns:a16="http://schemas.microsoft.com/office/drawing/2014/main" id="{767570B4-267C-034E-B58B-04C03C9E5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5041693D-7DB1-1144-97E3-85753EC9A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E15DF6-230E-2E43-B847-68755106EC6D}" type="slidenum">
              <a:rPr lang="es-CO" smtClean="0"/>
              <a:t>‹Nº›</a:t>
            </a:fld>
            <a:endParaRPr lang="es-CO"/>
          </a:p>
        </p:txBody>
      </p:sp>
    </p:spTree>
    <p:extLst>
      <p:ext uri="{BB962C8B-B14F-4D97-AF65-F5344CB8AC3E}">
        <p14:creationId xmlns:p14="http://schemas.microsoft.com/office/powerpoint/2010/main" val="3062609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microsoft.com/office/2018/10/relationships/comments" Target="../comments/modernComment_21D_434DFD69.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microsoft.com/office/2018/10/relationships/comments" Target="../comments/modernComment_22B_1523B216.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hyperlink" Target="https://www.linkedin.com/in/sebastian-pacheco-8304b729a/"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5.jpeg"/><Relationship Id="rId7" Type="http://schemas.openxmlformats.org/officeDocument/2006/relationships/image" Target="../media/image9.jpeg"/><Relationship Id="rId2" Type="http://schemas.microsoft.com/office/2018/10/relationships/comments" Target="../comments/modernComment_21B_430847FE.xml"/><Relationship Id="rId1" Type="http://schemas.openxmlformats.org/officeDocument/2006/relationships/slideLayout" Target="../slideLayouts/slideLayout7.xml"/><Relationship Id="rId6" Type="http://schemas.openxmlformats.org/officeDocument/2006/relationships/image" Target="../media/image8.jpeg"/><Relationship Id="rId5" Type="http://schemas.openxmlformats.org/officeDocument/2006/relationships/image" Target="../media/image7.png"/><Relationship Id="rId10" Type="http://schemas.openxmlformats.org/officeDocument/2006/relationships/image" Target="../media/image3.png"/><Relationship Id="rId4" Type="http://schemas.openxmlformats.org/officeDocument/2006/relationships/image" Target="../media/image6.jpe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image" Target="../media/image12.jpeg"/><Relationship Id="rId7" Type="http://schemas.openxmlformats.org/officeDocument/2006/relationships/image" Target="../media/image16.png"/><Relationship Id="rId2" Type="http://schemas.microsoft.com/office/2018/10/relationships/comments" Target="../comments/modernComment_21C_10C0F3C0.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3.png"/><Relationship Id="rId4" Type="http://schemas.openxmlformats.org/officeDocument/2006/relationships/image" Target="../media/image13.png"/><Relationship Id="rId9" Type="http://schemas.openxmlformats.org/officeDocument/2006/relationships/image" Target="../media/image18.jpeg"/></Relationships>
</file>

<file path=ppt/slides/_rels/slide5.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4.jpeg"/><Relationship Id="rId7" Type="http://schemas.openxmlformats.org/officeDocument/2006/relationships/image" Target="../media/image22.png"/><Relationship Id="rId2" Type="http://schemas.microsoft.com/office/2018/10/relationships/comments" Target="../comments/modernComment_233_9BB658D1.xml"/><Relationship Id="rId1" Type="http://schemas.openxmlformats.org/officeDocument/2006/relationships/slideLayout" Target="../slideLayouts/slideLayout7.xml"/><Relationship Id="rId6" Type="http://schemas.openxmlformats.org/officeDocument/2006/relationships/image" Target="../media/image21.jpe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microsoft.com/office/2018/10/relationships/comments" Target="../comments/modernComment_22D_3032A30.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microsoft.com/office/2018/10/relationships/comments" Target="../comments/modernComment_218_1B4D697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microsoft.com/office/2018/10/relationships/comments" Target="../comments/modernComment_22C_2461712B.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3.svg"/><Relationship Id="rId4" Type="http://schemas.openxmlformats.org/officeDocument/2006/relationships/image" Target="../media/image32.sv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3.png"/><Relationship Id="rId2" Type="http://schemas.openxmlformats.org/officeDocument/2006/relationships/image" Target="../media/image34.jpe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4.jpe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4.jpe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https://github.com/SebastianPacheco05/Reservify"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D1149976-59ED-86DE-CAFB-F26E38C394F4}"/>
              </a:ext>
            </a:extLst>
          </p:cNvPr>
          <p:cNvSpPr/>
          <p:nvPr/>
        </p:nvSpPr>
        <p:spPr>
          <a:xfrm>
            <a:off x="3423628" y="3954050"/>
            <a:ext cx="5344743" cy="923330"/>
          </a:xfrm>
          <a:prstGeom prst="rect">
            <a:avLst/>
          </a:prstGeom>
        </p:spPr>
        <p:txBody>
          <a:bodyPr wrap="square" lIns="91440" tIns="45720" rIns="91440" bIns="45720" anchor="t">
            <a:spAutoFit/>
          </a:bodyPr>
          <a:lstStyle/>
          <a:p>
            <a:pPr algn="ctr">
              <a:lnSpc>
                <a:spcPct val="90000"/>
              </a:lnSpc>
              <a:spcBef>
                <a:spcPct val="0"/>
              </a:spcBef>
              <a:defRPr sz="4000"/>
            </a:pPr>
            <a:r>
              <a:rPr lang="es-ES_tradnl" sz="2000">
                <a:solidFill>
                  <a:schemeClr val="bg1"/>
                </a:solidFill>
                <a:latin typeface="Work Sans Medium Roman"/>
                <a:ea typeface="+mj-ea"/>
                <a:cs typeface="+mj-cs"/>
                <a:sym typeface="Calibri"/>
              </a:rPr>
              <a:t>Centro de Servicios Empresarial y Turísticos </a:t>
            </a:r>
            <a:endParaRPr lang="es-ES_tradnl" sz="2000">
              <a:solidFill>
                <a:schemeClr val="bg1"/>
              </a:solidFill>
              <a:latin typeface="Work Sans Medium Roman" pitchFamily="2" charset="77"/>
              <a:ea typeface="+mj-ea"/>
              <a:cs typeface="+mj-cs"/>
            </a:endParaRPr>
          </a:p>
          <a:p>
            <a:pPr algn="ctr">
              <a:lnSpc>
                <a:spcPct val="90000"/>
              </a:lnSpc>
              <a:spcBef>
                <a:spcPct val="0"/>
              </a:spcBef>
              <a:defRPr sz="4000"/>
            </a:pPr>
            <a:r>
              <a:rPr lang="es-ES_tradnl" sz="2000" err="1">
                <a:solidFill>
                  <a:schemeClr val="bg1"/>
                </a:solidFill>
                <a:latin typeface="Work Sans Medium Roman"/>
                <a:ea typeface="+mj-ea"/>
                <a:cs typeface="+mj-cs"/>
                <a:sym typeface="Calibri"/>
              </a:rPr>
              <a:t>Einit</a:t>
            </a:r>
            <a:r>
              <a:rPr lang="es-ES_tradnl" sz="2000">
                <a:solidFill>
                  <a:schemeClr val="bg1"/>
                </a:solidFill>
                <a:latin typeface="Work Sans Medium Roman"/>
                <a:ea typeface="+mj-ea"/>
                <a:cs typeface="+mj-cs"/>
                <a:sym typeface="Calibri"/>
              </a:rPr>
              <a:t> Natalia Barajas </a:t>
            </a:r>
            <a:endParaRPr lang="es-ES_tradnl" sz="2000">
              <a:solidFill>
                <a:schemeClr val="bg1"/>
              </a:solidFill>
              <a:latin typeface="Work Sans Medium Roman" pitchFamily="2" charset="77"/>
              <a:ea typeface="+mj-ea"/>
              <a:cs typeface="+mj-cs"/>
            </a:endParaRPr>
          </a:p>
          <a:p>
            <a:pPr algn="ctr">
              <a:lnSpc>
                <a:spcPct val="90000"/>
              </a:lnSpc>
              <a:spcBef>
                <a:spcPct val="0"/>
              </a:spcBef>
              <a:defRPr sz="4000"/>
            </a:pPr>
            <a:r>
              <a:rPr lang="es-ES_tradnl" sz="2000" err="1">
                <a:solidFill>
                  <a:schemeClr val="bg1"/>
                </a:solidFill>
                <a:latin typeface="Work Sans Medium Roman"/>
                <a:ea typeface="+mj-ea"/>
                <a:cs typeface="+mj-cs"/>
                <a:sym typeface="Calibri"/>
              </a:rPr>
              <a:t>Sebastian</a:t>
            </a:r>
            <a:r>
              <a:rPr lang="es-ES_tradnl" sz="2000">
                <a:solidFill>
                  <a:schemeClr val="bg1"/>
                </a:solidFill>
                <a:latin typeface="Work Sans Medium Roman"/>
                <a:ea typeface="+mj-ea"/>
                <a:cs typeface="+mj-cs"/>
                <a:sym typeface="Calibri"/>
              </a:rPr>
              <a:t> Yesid Pacheco Rivera</a:t>
            </a:r>
            <a:endParaRPr lang="es-ES_tradnl" sz="2000">
              <a:solidFill>
                <a:schemeClr val="bg1"/>
              </a:solidFill>
              <a:latin typeface="Calibri"/>
              <a:ea typeface="Calibri"/>
              <a:cs typeface="Calibri"/>
            </a:endParaRPr>
          </a:p>
        </p:txBody>
      </p:sp>
      <p:sp>
        <p:nvSpPr>
          <p:cNvPr id="5" name="CuadroTexto 4">
            <a:extLst>
              <a:ext uri="{FF2B5EF4-FFF2-40B4-BE49-F238E27FC236}">
                <a16:creationId xmlns:a16="http://schemas.microsoft.com/office/drawing/2014/main" id="{35BFFB67-C3D4-337D-C327-AB25D270EADA}"/>
              </a:ext>
            </a:extLst>
          </p:cNvPr>
          <p:cNvSpPr txBox="1"/>
          <p:nvPr/>
        </p:nvSpPr>
        <p:spPr>
          <a:xfrm>
            <a:off x="1203167" y="1713252"/>
            <a:ext cx="9780754" cy="1446550"/>
          </a:xfrm>
          <a:prstGeom prst="rect">
            <a:avLst/>
          </a:prstGeom>
          <a:noFill/>
        </p:spPr>
        <p:txBody>
          <a:bodyPr wrap="none" lIns="91440" tIns="45720" rIns="91440" bIns="45720" rtlCol="0" anchor="t">
            <a:spAutoFit/>
          </a:bodyPr>
          <a:lstStyle/>
          <a:p>
            <a:pPr algn="ctr">
              <a:defRPr/>
            </a:pPr>
            <a:r>
              <a:rPr lang="es-ES" sz="4400">
                <a:solidFill>
                  <a:schemeClr val="bg1"/>
                </a:solidFill>
                <a:ea typeface="+mn-lt"/>
                <a:cs typeface="+mn-lt"/>
              </a:rPr>
              <a:t>Implementación del software de reservas </a:t>
            </a:r>
            <a:endParaRPr lang="es-CO" sz="4400" b="1">
              <a:solidFill>
                <a:schemeClr val="bg1"/>
              </a:solidFill>
              <a:latin typeface="WORK SANS BOLD ROMAN" pitchFamily="2" charset="77"/>
              <a:ea typeface="+mn-lt"/>
              <a:cs typeface="+mn-lt"/>
            </a:endParaRPr>
          </a:p>
          <a:p>
            <a:pPr algn="ctr">
              <a:defRPr/>
            </a:pPr>
            <a:r>
              <a:rPr lang="es-ES" sz="4400">
                <a:solidFill>
                  <a:schemeClr val="bg1"/>
                </a:solidFill>
                <a:ea typeface="+mn-lt"/>
                <a:cs typeface="+mn-lt"/>
              </a:rPr>
              <a:t>enfocado restaurantes en Bucaramanga</a:t>
            </a:r>
            <a:endParaRPr lang="es-CO" sz="4400" b="1" u="none" strike="noStrike" kern="1200" cap="none" spc="0" normalizeH="0" baseline="0" noProof="0">
              <a:ln>
                <a:noFill/>
              </a:ln>
              <a:solidFill>
                <a:schemeClr val="bg1"/>
              </a:solidFill>
              <a:effectLst/>
              <a:uLnTx/>
              <a:uFillTx/>
              <a:latin typeface="WORK SANS BOLD ROMAN" pitchFamily="2" charset="77"/>
            </a:endParaRPr>
          </a:p>
        </p:txBody>
      </p:sp>
      <p:cxnSp>
        <p:nvCxnSpPr>
          <p:cNvPr id="6" name="Conector recto 5">
            <a:extLst>
              <a:ext uri="{FF2B5EF4-FFF2-40B4-BE49-F238E27FC236}">
                <a16:creationId xmlns:a16="http://schemas.microsoft.com/office/drawing/2014/main" id="{38CE8666-1D2A-4D01-34E5-54FD74A39FC0}"/>
              </a:ext>
            </a:extLst>
          </p:cNvPr>
          <p:cNvCxnSpPr>
            <a:cxnSpLocks/>
          </p:cNvCxnSpPr>
          <p:nvPr/>
        </p:nvCxnSpPr>
        <p:spPr>
          <a:xfrm>
            <a:off x="5013630" y="3555133"/>
            <a:ext cx="224754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Rectángulo 3">
            <a:extLst>
              <a:ext uri="{FF2B5EF4-FFF2-40B4-BE49-F238E27FC236}">
                <a16:creationId xmlns:a16="http://schemas.microsoft.com/office/drawing/2014/main" id="{1E91B7AF-6831-8D97-C796-119F20A22AA7}"/>
              </a:ext>
            </a:extLst>
          </p:cNvPr>
          <p:cNvSpPr/>
          <p:nvPr/>
        </p:nvSpPr>
        <p:spPr>
          <a:xfrm>
            <a:off x="3466760" y="4874200"/>
            <a:ext cx="5344743" cy="369332"/>
          </a:xfrm>
          <a:prstGeom prst="rect">
            <a:avLst/>
          </a:prstGeom>
        </p:spPr>
        <p:txBody>
          <a:bodyPr wrap="square" lIns="91440" tIns="45720" rIns="91440" bIns="45720" anchor="t">
            <a:spAutoFit/>
          </a:bodyPr>
          <a:lstStyle/>
          <a:p>
            <a:pPr algn="ctr">
              <a:lnSpc>
                <a:spcPct val="90000"/>
              </a:lnSpc>
              <a:spcBef>
                <a:spcPct val="0"/>
              </a:spcBef>
              <a:defRPr sz="4000"/>
            </a:pPr>
            <a:r>
              <a:rPr lang="es-ES_tradnl" sz="2000">
                <a:solidFill>
                  <a:schemeClr val="bg1"/>
                </a:solidFill>
                <a:latin typeface="Work Sans Medium Roman"/>
                <a:ea typeface="Calibri"/>
                <a:cs typeface="Calibri"/>
              </a:rPr>
              <a:t>Ficha:2993127</a:t>
            </a:r>
          </a:p>
        </p:txBody>
      </p:sp>
      <p:sp>
        <p:nvSpPr>
          <p:cNvPr id="3" name="TextBox 2">
            <a:extLst>
              <a:ext uri="{FF2B5EF4-FFF2-40B4-BE49-F238E27FC236}">
                <a16:creationId xmlns:a16="http://schemas.microsoft.com/office/drawing/2014/main" id="{4F515A13-7717-78BA-728D-FCE1A1E1089D}"/>
              </a:ext>
            </a:extLst>
          </p:cNvPr>
          <p:cNvSpPr txBox="1"/>
          <p:nvPr/>
        </p:nvSpPr>
        <p:spPr>
          <a:xfrm>
            <a:off x="3841595" y="561279"/>
            <a:ext cx="4583151"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s-CO" sz="6000" b="1">
                <a:solidFill>
                  <a:schemeClr val="bg1"/>
                </a:solidFill>
                <a:latin typeface="Calibri"/>
                <a:ea typeface="Calibri"/>
                <a:cs typeface="Calibri"/>
              </a:rPr>
              <a:t>RESERVIFY</a:t>
            </a:r>
            <a:endParaRPr lang="en-US">
              <a:solidFill>
                <a:schemeClr val="bg1"/>
              </a:solidFill>
              <a:latin typeface="Calibri"/>
              <a:ea typeface="Calibri"/>
              <a:cs typeface="Calibri"/>
            </a:endParaRPr>
          </a:p>
        </p:txBody>
      </p:sp>
      <p:pic>
        <p:nvPicPr>
          <p:cNvPr id="8" name="Imagen 7">
            <a:extLst>
              <a:ext uri="{FF2B5EF4-FFF2-40B4-BE49-F238E27FC236}">
                <a16:creationId xmlns:a16="http://schemas.microsoft.com/office/drawing/2014/main" id="{C463DB75-AF73-CE67-0091-5FD86CF2EEA5}"/>
              </a:ext>
            </a:extLst>
          </p:cNvPr>
          <p:cNvPicPr>
            <a:picLocks noChangeAspect="1"/>
          </p:cNvPicPr>
          <p:nvPr/>
        </p:nvPicPr>
        <p:blipFill>
          <a:blip r:embed="rId4"/>
          <a:stretch>
            <a:fillRect/>
          </a:stretch>
        </p:blipFill>
        <p:spPr>
          <a:xfrm>
            <a:off x="9641305" y="5678118"/>
            <a:ext cx="1938011" cy="713188"/>
          </a:xfrm>
          <a:prstGeom prst="rect">
            <a:avLst/>
          </a:prstGeom>
        </p:spPr>
      </p:pic>
    </p:spTree>
    <p:extLst>
      <p:ext uri="{BB962C8B-B14F-4D97-AF65-F5344CB8AC3E}">
        <p14:creationId xmlns:p14="http://schemas.microsoft.com/office/powerpoint/2010/main" val="112918461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A3419F3-A84C-6447-B375-21CAAA8C5CD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6E6265A-A527-1137-F81B-1FE32C1B2D95}"/>
              </a:ext>
            </a:extLst>
          </p:cNvPr>
          <p:cNvSpPr txBox="1"/>
          <p:nvPr/>
        </p:nvSpPr>
        <p:spPr>
          <a:xfrm>
            <a:off x="4201782" y="370217"/>
            <a:ext cx="3462791"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5400" b="1">
                <a:ea typeface="Calibri"/>
                <a:cs typeface="Calibri"/>
              </a:rPr>
              <a:t>ANALISTAS</a:t>
            </a:r>
          </a:p>
        </p:txBody>
      </p:sp>
      <p:sp>
        <p:nvSpPr>
          <p:cNvPr id="7" name="TextBox 6">
            <a:extLst>
              <a:ext uri="{FF2B5EF4-FFF2-40B4-BE49-F238E27FC236}">
                <a16:creationId xmlns:a16="http://schemas.microsoft.com/office/drawing/2014/main" id="{2D5255C7-D178-80A0-026E-227259370E62}"/>
              </a:ext>
            </a:extLst>
          </p:cNvPr>
          <p:cNvSpPr txBox="1"/>
          <p:nvPr/>
        </p:nvSpPr>
        <p:spPr>
          <a:xfrm>
            <a:off x="1021772" y="1177635"/>
            <a:ext cx="99765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ea typeface="Calibri"/>
                <a:cs typeface="Calibri"/>
              </a:rPr>
              <a:t>Sebastian Yedid Pacheco Rivera       Einit Natalia Barajas Figueroa</a:t>
            </a:r>
            <a:endParaRPr lang="en-US" sz="2400">
              <a:ea typeface="Calibri"/>
              <a:cs typeface="Calibri"/>
            </a:endParaRPr>
          </a:p>
        </p:txBody>
      </p:sp>
      <p:sp>
        <p:nvSpPr>
          <p:cNvPr id="10" name="TextBox 9">
            <a:extLst>
              <a:ext uri="{FF2B5EF4-FFF2-40B4-BE49-F238E27FC236}">
                <a16:creationId xmlns:a16="http://schemas.microsoft.com/office/drawing/2014/main" id="{9B248C25-403C-F73C-C90C-DDE75F8A2DD9}"/>
              </a:ext>
            </a:extLst>
          </p:cNvPr>
          <p:cNvSpPr txBox="1"/>
          <p:nvPr/>
        </p:nvSpPr>
        <p:spPr>
          <a:xfrm>
            <a:off x="3372796" y="1629215"/>
            <a:ext cx="5455226" cy="6001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300" b="1">
                <a:solidFill>
                  <a:srgbClr val="002060"/>
                </a:solidFill>
                <a:latin typeface="Source Sans Pro"/>
                <a:ea typeface="Source Sans Pro"/>
              </a:rPr>
              <a:t>PERFIL PROFESIONAL </a:t>
            </a:r>
            <a:endParaRPr lang="en-US"/>
          </a:p>
        </p:txBody>
      </p:sp>
      <p:sp>
        <p:nvSpPr>
          <p:cNvPr id="11" name="TextBox 10">
            <a:extLst>
              <a:ext uri="{FF2B5EF4-FFF2-40B4-BE49-F238E27FC236}">
                <a16:creationId xmlns:a16="http://schemas.microsoft.com/office/drawing/2014/main" id="{09028142-EFBC-86B8-DB28-9FD052EA4C96}"/>
              </a:ext>
            </a:extLst>
          </p:cNvPr>
          <p:cNvSpPr txBox="1"/>
          <p:nvPr/>
        </p:nvSpPr>
        <p:spPr>
          <a:xfrm>
            <a:off x="847610" y="2172949"/>
            <a:ext cx="10490568" cy="252376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ea typeface="+mn-lt"/>
                <a:cs typeface="+mn-lt"/>
              </a:rPr>
              <a:t>El </a:t>
            </a:r>
            <a:r>
              <a:rPr lang="en-US" sz="2000" err="1">
                <a:ea typeface="+mn-lt"/>
                <a:cs typeface="+mn-lt"/>
              </a:rPr>
              <a:t>tecnólogo</a:t>
            </a:r>
            <a:r>
              <a:rPr lang="en-US" sz="2000">
                <a:ea typeface="+mn-lt"/>
                <a:cs typeface="+mn-lt"/>
              </a:rPr>
              <a:t> ADSO se desempeñará en el desarrollo de soluciones de tipo software, prestando servicios personales como analista, diseñador y programador de software independiente o en proyectos específicos, de acuerdo con la necesidad del servicio. Adquirirá la capacidad de autoaprendizaje y actualización en las nuevas tendencias de desarrollo de software en el mercado, al tiempo que contribuye a mejorar la dinámica y la economía del país.</a:t>
            </a:r>
            <a:endParaRPr lang="en-US">
              <a:ea typeface="+mn-lt"/>
              <a:cs typeface="+mn-lt"/>
            </a:endParaRPr>
          </a:p>
          <a:p>
            <a:endParaRPr lang="en-US" sz="2000" b="1">
              <a:ea typeface="+mn-lt"/>
              <a:cs typeface="+mn-lt"/>
            </a:endParaRPr>
          </a:p>
          <a:p>
            <a:endParaRPr lang="en-US" sz="2000" b="1">
              <a:latin typeface="Arial"/>
              <a:cs typeface="Arial"/>
            </a:endParaRPr>
          </a:p>
          <a:p>
            <a:pPr algn="l"/>
            <a:endParaRPr lang="en-US">
              <a:ea typeface="Calibri"/>
              <a:cs typeface="Calibri"/>
            </a:endParaRPr>
          </a:p>
        </p:txBody>
      </p:sp>
      <p:sp>
        <p:nvSpPr>
          <p:cNvPr id="12" name="TextBox 11">
            <a:extLst>
              <a:ext uri="{FF2B5EF4-FFF2-40B4-BE49-F238E27FC236}">
                <a16:creationId xmlns:a16="http://schemas.microsoft.com/office/drawing/2014/main" id="{47A59CAD-B976-10C4-5DA7-614C28AA2FB3}"/>
              </a:ext>
            </a:extLst>
          </p:cNvPr>
          <p:cNvSpPr txBox="1"/>
          <p:nvPr/>
        </p:nvSpPr>
        <p:spPr>
          <a:xfrm>
            <a:off x="3372928" y="3784086"/>
            <a:ext cx="5719313"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s-CO" sz="3300" b="1">
                <a:solidFill>
                  <a:srgbClr val="002060"/>
                </a:solidFill>
                <a:latin typeface="Source Sans Pro"/>
              </a:rPr>
              <a:t>VINCULACIÓN INSTITUCIONAL </a:t>
            </a:r>
          </a:p>
        </p:txBody>
      </p:sp>
      <p:sp>
        <p:nvSpPr>
          <p:cNvPr id="13" name="TextBox 12">
            <a:extLst>
              <a:ext uri="{FF2B5EF4-FFF2-40B4-BE49-F238E27FC236}">
                <a16:creationId xmlns:a16="http://schemas.microsoft.com/office/drawing/2014/main" id="{E86E8CD0-9AD6-33D2-1B99-3816BC879BBE}"/>
              </a:ext>
            </a:extLst>
          </p:cNvPr>
          <p:cNvSpPr txBox="1"/>
          <p:nvPr/>
        </p:nvSpPr>
        <p:spPr>
          <a:xfrm>
            <a:off x="4860984" y="4904504"/>
            <a:ext cx="27432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s-419" sz="2000" b="1" dirty="0">
                <a:latin typeface="Arial"/>
              </a:rPr>
              <a:t>Aprendiz 08/07/ 2024</a:t>
            </a:r>
          </a:p>
        </p:txBody>
      </p:sp>
      <p:sp>
        <p:nvSpPr>
          <p:cNvPr id="2" name="TextBox 1">
            <a:extLst>
              <a:ext uri="{FF2B5EF4-FFF2-40B4-BE49-F238E27FC236}">
                <a16:creationId xmlns:a16="http://schemas.microsoft.com/office/drawing/2014/main" id="{238C84AB-DD7F-ECCA-53BB-BEA4C27BAB67}"/>
              </a:ext>
            </a:extLst>
          </p:cNvPr>
          <p:cNvSpPr txBox="1"/>
          <p:nvPr/>
        </p:nvSpPr>
        <p:spPr>
          <a:xfrm>
            <a:off x="1066800" y="5101389"/>
            <a:ext cx="27432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Calibri"/>
                <a:cs typeface="Calibri"/>
                <a:hlinkClick r:id="rId4"/>
              </a:rPr>
              <a:t>Click aqui para visitar mi LinkedIn</a:t>
            </a:r>
            <a:endParaRPr lang="en-US"/>
          </a:p>
        </p:txBody>
      </p:sp>
      <p:sp>
        <p:nvSpPr>
          <p:cNvPr id="3" name="TextBox 2">
            <a:extLst>
              <a:ext uri="{FF2B5EF4-FFF2-40B4-BE49-F238E27FC236}">
                <a16:creationId xmlns:a16="http://schemas.microsoft.com/office/drawing/2014/main" id="{ED35A53A-D9D8-A485-0DA9-CC8980CA299C}"/>
              </a:ext>
            </a:extLst>
          </p:cNvPr>
          <p:cNvSpPr txBox="1"/>
          <p:nvPr/>
        </p:nvSpPr>
        <p:spPr>
          <a:xfrm>
            <a:off x="1068236" y="4820367"/>
            <a:ext cx="229149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ea typeface="Calibri"/>
                <a:cs typeface="Calibri"/>
              </a:rPr>
              <a:t>Sebastian Yedid Pacheco Rivera</a:t>
            </a:r>
            <a:endParaRPr lang="en-US" sz="2400" b="1">
              <a:ea typeface="Calibri"/>
              <a:cs typeface="Calibri"/>
            </a:endParaRPr>
          </a:p>
        </p:txBody>
      </p:sp>
      <p:pic>
        <p:nvPicPr>
          <p:cNvPr id="4" name="Imagen 3">
            <a:extLst>
              <a:ext uri="{FF2B5EF4-FFF2-40B4-BE49-F238E27FC236}">
                <a16:creationId xmlns:a16="http://schemas.microsoft.com/office/drawing/2014/main" id="{2097A6FA-FD30-7E9B-5CA9-0899FC48CA22}"/>
              </a:ext>
            </a:extLst>
          </p:cNvPr>
          <p:cNvPicPr>
            <a:picLocks noChangeAspect="1"/>
          </p:cNvPicPr>
          <p:nvPr/>
        </p:nvPicPr>
        <p:blipFill>
          <a:blip r:embed="rId5"/>
          <a:stretch>
            <a:fillRect/>
          </a:stretch>
        </p:blipFill>
        <p:spPr>
          <a:xfrm>
            <a:off x="9641305" y="5678118"/>
            <a:ext cx="1938011" cy="713188"/>
          </a:xfrm>
          <a:prstGeom prst="rect">
            <a:avLst/>
          </a:prstGeom>
        </p:spPr>
      </p:pic>
    </p:spTree>
    <p:extLst>
      <p:ext uri="{BB962C8B-B14F-4D97-AF65-F5344CB8AC3E}">
        <p14:creationId xmlns:p14="http://schemas.microsoft.com/office/powerpoint/2010/main" val="354660886"/>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34A4208-7DDE-681C-B3CE-D7CE52BA4A83}"/>
              </a:ext>
            </a:extLst>
          </p:cNvPr>
          <p:cNvSpPr txBox="1"/>
          <p:nvPr/>
        </p:nvSpPr>
        <p:spPr>
          <a:xfrm>
            <a:off x="1468229" y="1874367"/>
            <a:ext cx="645367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5400" b="1" i="0" u="none" strike="noStrike" kern="1200" cap="none" spc="0" normalizeH="0" baseline="0" noProof="0">
                <a:ln>
                  <a:noFill/>
                </a:ln>
                <a:solidFill>
                  <a:prstClr val="black">
                    <a:lumMod val="75000"/>
                    <a:lumOff val="25000"/>
                  </a:prstClr>
                </a:solidFill>
                <a:effectLst/>
                <a:uLnTx/>
                <a:uFillTx/>
                <a:latin typeface="Work Sans Bold Roman" pitchFamily="2" charset="77"/>
                <a:ea typeface="+mn-ea"/>
                <a:cs typeface="+mn-cs"/>
              </a:rPr>
              <a:t>Introducción</a:t>
            </a:r>
            <a:endParaRPr kumimoji="0" lang="es-ES" sz="4000" b="1" i="0" u="none" strike="noStrike" kern="1200" cap="none" spc="0" normalizeH="0" baseline="0" noProof="0">
              <a:ln>
                <a:noFill/>
              </a:ln>
              <a:solidFill>
                <a:prstClr val="black">
                  <a:lumMod val="75000"/>
                  <a:lumOff val="25000"/>
                </a:prstClr>
              </a:solidFill>
              <a:effectLst/>
              <a:uLnTx/>
              <a:uFillTx/>
              <a:latin typeface="Work Sans Bold Roman" pitchFamily="2" charset="77"/>
              <a:ea typeface="+mn-ea"/>
              <a:cs typeface="+mn-cs"/>
            </a:endParaRPr>
          </a:p>
        </p:txBody>
      </p:sp>
      <p:pic>
        <p:nvPicPr>
          <p:cNvPr id="3" name="Picture 2" descr="Cola de café. La gente espera comida, restaurante de comida callejera.  Barra de ensaladas, hombres y">
            <a:extLst>
              <a:ext uri="{FF2B5EF4-FFF2-40B4-BE49-F238E27FC236}">
                <a16:creationId xmlns:a16="http://schemas.microsoft.com/office/drawing/2014/main" id="{78CC76DD-1473-50FB-6035-FFD3F84379CE}"/>
              </a:ext>
            </a:extLst>
          </p:cNvPr>
          <p:cNvPicPr>
            <a:picLocks noChangeAspect="1"/>
          </p:cNvPicPr>
          <p:nvPr/>
        </p:nvPicPr>
        <p:blipFill>
          <a:blip r:embed="rId4"/>
          <a:stretch>
            <a:fillRect/>
          </a:stretch>
        </p:blipFill>
        <p:spPr>
          <a:xfrm>
            <a:off x="1140717" y="2794044"/>
            <a:ext cx="3124259" cy="1508691"/>
          </a:xfrm>
          <a:prstGeom prst="rect">
            <a:avLst/>
          </a:prstGeom>
        </p:spPr>
      </p:pic>
      <p:pic>
        <p:nvPicPr>
          <p:cNvPr id="5" name="Picture 4" descr="Tanda Reservasi Gambar PNG | File Vektor Dan PSD | Unduh Gratis Di Pngtree">
            <a:extLst>
              <a:ext uri="{FF2B5EF4-FFF2-40B4-BE49-F238E27FC236}">
                <a16:creationId xmlns:a16="http://schemas.microsoft.com/office/drawing/2014/main" id="{D67547C5-B3DB-2A81-76FA-36EB94BFDDF3}"/>
              </a:ext>
            </a:extLst>
          </p:cNvPr>
          <p:cNvPicPr>
            <a:picLocks noChangeAspect="1"/>
          </p:cNvPicPr>
          <p:nvPr/>
        </p:nvPicPr>
        <p:blipFill>
          <a:blip r:embed="rId5"/>
          <a:stretch>
            <a:fillRect/>
          </a:stretch>
        </p:blipFill>
        <p:spPr>
          <a:xfrm>
            <a:off x="3287053" y="2757344"/>
            <a:ext cx="845390" cy="685839"/>
          </a:xfrm>
          <a:prstGeom prst="rect">
            <a:avLst/>
          </a:prstGeom>
        </p:spPr>
      </p:pic>
      <p:pic>
        <p:nvPicPr>
          <p:cNvPr id="6" name="Picture 5" descr="hombre preguntando pregunta semi plano color vector personaje avatar.  editable icono para usuario perfil. redondo Insignia con persona en blanco.  sencillo dibujos animados estilo Mancha ilustración para web gráfico  diseño, animación 22054892">
            <a:extLst>
              <a:ext uri="{FF2B5EF4-FFF2-40B4-BE49-F238E27FC236}">
                <a16:creationId xmlns:a16="http://schemas.microsoft.com/office/drawing/2014/main" id="{7AFBA256-5FDF-7B6E-9286-FBC2494030E0}"/>
              </a:ext>
            </a:extLst>
          </p:cNvPr>
          <p:cNvPicPr>
            <a:picLocks noChangeAspect="1"/>
          </p:cNvPicPr>
          <p:nvPr/>
        </p:nvPicPr>
        <p:blipFill>
          <a:blip r:embed="rId6"/>
          <a:stretch>
            <a:fillRect/>
          </a:stretch>
        </p:blipFill>
        <p:spPr>
          <a:xfrm>
            <a:off x="5930212" y="3708910"/>
            <a:ext cx="1395503" cy="1481767"/>
          </a:xfrm>
          <a:prstGeom prst="rect">
            <a:avLst/>
          </a:prstGeom>
        </p:spPr>
      </p:pic>
      <p:pic>
        <p:nvPicPr>
          <p:cNvPr id="10" name="Picture 9" descr="Página 4 | Imágenes de Restaurante Animado - Descarga gratuita en Freepik">
            <a:extLst>
              <a:ext uri="{FF2B5EF4-FFF2-40B4-BE49-F238E27FC236}">
                <a16:creationId xmlns:a16="http://schemas.microsoft.com/office/drawing/2014/main" id="{A88898A8-1AB7-DF14-46F5-823E49A89590}"/>
              </a:ext>
            </a:extLst>
          </p:cNvPr>
          <p:cNvPicPr>
            <a:picLocks noChangeAspect="1"/>
          </p:cNvPicPr>
          <p:nvPr/>
        </p:nvPicPr>
        <p:blipFill>
          <a:blip r:embed="rId7"/>
          <a:srcRect l="9919" t="10298" r="9948" b="17811"/>
          <a:stretch>
            <a:fillRect/>
          </a:stretch>
        </p:blipFill>
        <p:spPr>
          <a:xfrm>
            <a:off x="4694861" y="3977728"/>
            <a:ext cx="1163050" cy="1210107"/>
          </a:xfrm>
          <a:prstGeom prst="rect">
            <a:avLst/>
          </a:prstGeom>
        </p:spPr>
      </p:pic>
      <p:pic>
        <p:nvPicPr>
          <p:cNvPr id="11" name="Picture 10" descr="▷ 10 Apps de Encontrar Restaurantes Cerca de Mi Ubicación">
            <a:extLst>
              <a:ext uri="{FF2B5EF4-FFF2-40B4-BE49-F238E27FC236}">
                <a16:creationId xmlns:a16="http://schemas.microsoft.com/office/drawing/2014/main" id="{4D89EC47-B844-777D-08D5-DF06115302BD}"/>
              </a:ext>
            </a:extLst>
          </p:cNvPr>
          <p:cNvPicPr>
            <a:picLocks noChangeAspect="1"/>
          </p:cNvPicPr>
          <p:nvPr/>
        </p:nvPicPr>
        <p:blipFill>
          <a:blip r:embed="rId8"/>
          <a:srcRect l="66609" t="47032" r="9405" b="5678"/>
          <a:stretch>
            <a:fillRect/>
          </a:stretch>
        </p:blipFill>
        <p:spPr>
          <a:xfrm>
            <a:off x="4701690" y="2631924"/>
            <a:ext cx="1160219" cy="1225205"/>
          </a:xfrm>
          <a:prstGeom prst="rect">
            <a:avLst/>
          </a:prstGeom>
        </p:spPr>
      </p:pic>
      <p:pic>
        <p:nvPicPr>
          <p:cNvPr id="14" name="Picture 13" descr="diseño de icono de ubicación 9267042 PNG">
            <a:extLst>
              <a:ext uri="{FF2B5EF4-FFF2-40B4-BE49-F238E27FC236}">
                <a16:creationId xmlns:a16="http://schemas.microsoft.com/office/drawing/2014/main" id="{58550657-88E4-7A23-F8B6-C0ED485B7AB4}"/>
              </a:ext>
            </a:extLst>
          </p:cNvPr>
          <p:cNvPicPr>
            <a:picLocks noChangeAspect="1"/>
          </p:cNvPicPr>
          <p:nvPr/>
        </p:nvPicPr>
        <p:blipFill>
          <a:blip r:embed="rId9"/>
          <a:stretch>
            <a:fillRect/>
          </a:stretch>
        </p:blipFill>
        <p:spPr>
          <a:xfrm>
            <a:off x="4837980" y="3493699"/>
            <a:ext cx="244414" cy="359433"/>
          </a:xfrm>
          <a:prstGeom prst="rect">
            <a:avLst/>
          </a:prstGeom>
        </p:spPr>
      </p:pic>
      <p:sp>
        <p:nvSpPr>
          <p:cNvPr id="15" name="Thought Bubble: Cloud 14">
            <a:extLst>
              <a:ext uri="{FF2B5EF4-FFF2-40B4-BE49-F238E27FC236}">
                <a16:creationId xmlns:a16="http://schemas.microsoft.com/office/drawing/2014/main" id="{2051D1D1-DBF8-2B2E-C91A-7D8C7D0E69A2}"/>
              </a:ext>
            </a:extLst>
          </p:cNvPr>
          <p:cNvSpPr/>
          <p:nvPr/>
        </p:nvSpPr>
        <p:spPr>
          <a:xfrm>
            <a:off x="6091207" y="2393990"/>
            <a:ext cx="1993019" cy="1233577"/>
          </a:xfrm>
          <a:prstGeom prst="cloud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a typeface="+mn-lt"/>
              <a:cs typeface="+mn-lt"/>
            </a:endParaRPr>
          </a:p>
          <a:p>
            <a:pPr algn="ctr"/>
            <a:r>
              <a:rPr lang="en-US" sz="1400">
                <a:solidFill>
                  <a:schemeClr val="tx1"/>
                </a:solidFill>
                <a:ea typeface="+mn-lt"/>
                <a:cs typeface="+mn-lt"/>
              </a:rPr>
              <a:t>¿</a:t>
            </a:r>
            <a:r>
              <a:rPr lang="en-US" sz="1400" err="1">
                <a:solidFill>
                  <a:schemeClr val="tx1"/>
                </a:solidFill>
                <a:ea typeface="+mn-lt"/>
                <a:cs typeface="+mn-lt"/>
              </a:rPr>
              <a:t>Dónde</a:t>
            </a:r>
            <a:r>
              <a:rPr lang="en-US" sz="1400">
                <a:solidFill>
                  <a:schemeClr val="tx1"/>
                </a:solidFill>
                <a:ea typeface="+mn-lt"/>
                <a:cs typeface="+mn-lt"/>
              </a:rPr>
              <a:t> </a:t>
            </a:r>
            <a:r>
              <a:rPr lang="en-US" sz="1400" err="1">
                <a:solidFill>
                  <a:schemeClr val="tx1"/>
                </a:solidFill>
                <a:ea typeface="+mn-lt"/>
                <a:cs typeface="+mn-lt"/>
              </a:rPr>
              <a:t>puedo</a:t>
            </a:r>
            <a:r>
              <a:rPr lang="en-US" sz="1400">
                <a:solidFill>
                  <a:schemeClr val="tx1"/>
                </a:solidFill>
                <a:ea typeface="+mn-lt"/>
                <a:cs typeface="+mn-lt"/>
              </a:rPr>
              <a:t> </a:t>
            </a:r>
            <a:r>
              <a:rPr lang="en-US" sz="1400" err="1">
                <a:solidFill>
                  <a:schemeClr val="tx1"/>
                </a:solidFill>
                <a:ea typeface="+mn-lt"/>
                <a:cs typeface="+mn-lt"/>
              </a:rPr>
              <a:t>reservar</a:t>
            </a:r>
            <a:r>
              <a:rPr lang="en-US" sz="1400">
                <a:solidFill>
                  <a:schemeClr val="tx1"/>
                </a:solidFill>
                <a:ea typeface="+mn-lt"/>
                <a:cs typeface="+mn-lt"/>
              </a:rPr>
              <a:t> </a:t>
            </a:r>
            <a:r>
              <a:rPr lang="en-US" sz="1400" err="1">
                <a:solidFill>
                  <a:schemeClr val="tx1"/>
                </a:solidFill>
                <a:ea typeface="+mn-lt"/>
                <a:cs typeface="+mn-lt"/>
              </a:rPr>
              <a:t>cerca</a:t>
            </a:r>
            <a:r>
              <a:rPr lang="en-US" sz="1400">
                <a:solidFill>
                  <a:schemeClr val="tx1"/>
                </a:solidFill>
                <a:ea typeface="+mn-lt"/>
                <a:cs typeface="+mn-lt"/>
              </a:rPr>
              <a:t> de mi casa?</a:t>
            </a:r>
            <a:endParaRPr lang="en-US">
              <a:solidFill>
                <a:schemeClr val="tx1"/>
              </a:solidFill>
              <a:ea typeface="Calibri"/>
              <a:cs typeface="Calibri"/>
            </a:endParaRPr>
          </a:p>
          <a:p>
            <a:pPr algn="ctr"/>
            <a:endParaRPr lang="en-US" sz="1400">
              <a:ea typeface="Calibri"/>
              <a:cs typeface="Calibri"/>
            </a:endParaRPr>
          </a:p>
        </p:txBody>
      </p:sp>
      <p:sp>
        <p:nvSpPr>
          <p:cNvPr id="16" name="TextBox 15">
            <a:extLst>
              <a:ext uri="{FF2B5EF4-FFF2-40B4-BE49-F238E27FC236}">
                <a16:creationId xmlns:a16="http://schemas.microsoft.com/office/drawing/2014/main" id="{19FF3DF7-5F99-522D-6CF2-A1A8A80F2428}"/>
              </a:ext>
            </a:extLst>
          </p:cNvPr>
          <p:cNvSpPr txBox="1"/>
          <p:nvPr/>
        </p:nvSpPr>
        <p:spPr>
          <a:xfrm>
            <a:off x="1374475" y="4307458"/>
            <a:ext cx="2685691"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CO" sz="1400">
                <a:ea typeface="Calibri"/>
                <a:cs typeface="Calibri"/>
              </a:rPr>
              <a:t>aplicaciones para realizar reservas en restaurantes es limitada</a:t>
            </a:r>
          </a:p>
        </p:txBody>
      </p:sp>
      <p:sp>
        <p:nvSpPr>
          <p:cNvPr id="18" name="Cloud 17">
            <a:extLst>
              <a:ext uri="{FF2B5EF4-FFF2-40B4-BE49-F238E27FC236}">
                <a16:creationId xmlns:a16="http://schemas.microsoft.com/office/drawing/2014/main" id="{D614DFF2-CB57-19DF-CFB9-F88A7A6F3F24}"/>
              </a:ext>
            </a:extLst>
          </p:cNvPr>
          <p:cNvSpPr/>
          <p:nvPr/>
        </p:nvSpPr>
        <p:spPr>
          <a:xfrm>
            <a:off x="7669007" y="3241553"/>
            <a:ext cx="2012674" cy="1051555"/>
          </a:xfrm>
          <a:prstGeom prst="cloud">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ea typeface="Calibri"/>
                <a:cs typeface="Calibri"/>
              </a:rPr>
              <a:t>¿</a:t>
            </a:r>
            <a:r>
              <a:rPr lang="en-US" sz="1200" err="1">
                <a:solidFill>
                  <a:schemeClr val="tx1"/>
                </a:solidFill>
                <a:ea typeface="Calibri"/>
                <a:cs typeface="Calibri"/>
              </a:rPr>
              <a:t>Puedo</a:t>
            </a:r>
            <a:r>
              <a:rPr lang="en-US" sz="1200">
                <a:solidFill>
                  <a:schemeClr val="tx1"/>
                </a:solidFill>
                <a:ea typeface="Calibri"/>
                <a:cs typeface="Calibri"/>
              </a:rPr>
              <a:t> </a:t>
            </a:r>
            <a:r>
              <a:rPr lang="en-US" sz="1200" err="1">
                <a:solidFill>
                  <a:schemeClr val="tx1"/>
                </a:solidFill>
                <a:ea typeface="Calibri"/>
                <a:cs typeface="Calibri"/>
              </a:rPr>
              <a:t>reservar</a:t>
            </a:r>
            <a:r>
              <a:rPr lang="en-US" sz="1200">
                <a:solidFill>
                  <a:schemeClr val="tx1"/>
                </a:solidFill>
                <a:ea typeface="Calibri"/>
                <a:cs typeface="Calibri"/>
              </a:rPr>
              <a:t> </a:t>
            </a:r>
            <a:r>
              <a:rPr lang="en-US" sz="1200" err="1">
                <a:solidFill>
                  <a:schemeClr val="tx1"/>
                </a:solidFill>
                <a:ea typeface="Calibri"/>
                <a:cs typeface="Calibri"/>
              </a:rPr>
              <a:t>cerca</a:t>
            </a:r>
            <a:r>
              <a:rPr lang="en-US" sz="1200">
                <a:solidFill>
                  <a:schemeClr val="tx1"/>
                </a:solidFill>
                <a:ea typeface="Calibri"/>
                <a:cs typeface="Calibri"/>
              </a:rPr>
              <a:t> de la </a:t>
            </a:r>
            <a:r>
              <a:rPr lang="en-US" sz="1200" err="1">
                <a:solidFill>
                  <a:schemeClr val="tx1"/>
                </a:solidFill>
                <a:ea typeface="Calibri"/>
                <a:cs typeface="Calibri"/>
              </a:rPr>
              <a:t>ubicacion</a:t>
            </a:r>
            <a:r>
              <a:rPr lang="en-US" sz="1200">
                <a:solidFill>
                  <a:schemeClr val="tx1"/>
                </a:solidFill>
                <a:ea typeface="Calibri"/>
                <a:cs typeface="Calibri"/>
              </a:rPr>
              <a:t> que </a:t>
            </a:r>
            <a:r>
              <a:rPr lang="en-US" sz="1200" err="1">
                <a:solidFill>
                  <a:schemeClr val="tx1"/>
                </a:solidFill>
                <a:ea typeface="Calibri"/>
                <a:cs typeface="Calibri"/>
              </a:rPr>
              <a:t>necesite</a:t>
            </a:r>
            <a:r>
              <a:rPr lang="en-US" sz="1200">
                <a:solidFill>
                  <a:schemeClr val="tx1"/>
                </a:solidFill>
                <a:ea typeface="Calibri"/>
                <a:cs typeface="Calibri"/>
              </a:rPr>
              <a:t>?</a:t>
            </a:r>
          </a:p>
        </p:txBody>
      </p:sp>
      <p:sp>
        <p:nvSpPr>
          <p:cNvPr id="19" name="Oval 18">
            <a:extLst>
              <a:ext uri="{FF2B5EF4-FFF2-40B4-BE49-F238E27FC236}">
                <a16:creationId xmlns:a16="http://schemas.microsoft.com/office/drawing/2014/main" id="{F7D1DBFA-7B11-65B4-329D-9471903EC71A}"/>
              </a:ext>
            </a:extLst>
          </p:cNvPr>
          <p:cNvSpPr/>
          <p:nvPr/>
        </p:nvSpPr>
        <p:spPr>
          <a:xfrm>
            <a:off x="7490758" y="4047768"/>
            <a:ext cx="172064" cy="14748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B1ECAB9-9890-B6EB-1897-0CA13EED390A}"/>
              </a:ext>
            </a:extLst>
          </p:cNvPr>
          <p:cNvSpPr/>
          <p:nvPr/>
        </p:nvSpPr>
        <p:spPr>
          <a:xfrm>
            <a:off x="7577021" y="4033391"/>
            <a:ext cx="186442" cy="17623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D7149FB-C32C-B169-EC0D-EB4BBE4D39E8}"/>
              </a:ext>
            </a:extLst>
          </p:cNvPr>
          <p:cNvSpPr/>
          <p:nvPr/>
        </p:nvSpPr>
        <p:spPr>
          <a:xfrm>
            <a:off x="7289476" y="4090901"/>
            <a:ext cx="100177" cy="11872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6E184C2D-16B7-6CBB-A4BA-74166D9E85F3}"/>
              </a:ext>
            </a:extLst>
          </p:cNvPr>
          <p:cNvPicPr>
            <a:picLocks noChangeAspect="1"/>
          </p:cNvPicPr>
          <p:nvPr/>
        </p:nvPicPr>
        <p:blipFill>
          <a:blip r:embed="rId10"/>
          <a:stretch>
            <a:fillRect/>
          </a:stretch>
        </p:blipFill>
        <p:spPr>
          <a:xfrm>
            <a:off x="8084226" y="5325191"/>
            <a:ext cx="1938011" cy="713188"/>
          </a:xfrm>
          <a:prstGeom prst="rect">
            <a:avLst/>
          </a:prstGeom>
        </p:spPr>
      </p:pic>
    </p:spTree>
    <p:extLst>
      <p:ext uri="{BB962C8B-B14F-4D97-AF65-F5344CB8AC3E}">
        <p14:creationId xmlns:p14="http://schemas.microsoft.com/office/powerpoint/2010/main" val="1124616190"/>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15D167A-EE62-EA02-E6F4-53710691F485}"/>
              </a:ext>
            </a:extLst>
          </p:cNvPr>
          <p:cNvSpPr txBox="1"/>
          <p:nvPr/>
        </p:nvSpPr>
        <p:spPr>
          <a:xfrm>
            <a:off x="1776007" y="1892057"/>
            <a:ext cx="7550214" cy="923330"/>
          </a:xfrm>
          <a:prstGeom prst="rect">
            <a:avLst/>
          </a:prstGeom>
          <a:noFill/>
        </p:spPr>
        <p:txBody>
          <a:bodyPr wrap="square" lIns="91440" tIns="45720" rIns="91440" bIns="45720" rtlCol="0" anchor="t">
            <a:spAutoFit/>
          </a:bodyPr>
          <a:lstStyle/>
          <a:p>
            <a:pPr>
              <a:defRPr/>
            </a:pPr>
            <a:r>
              <a:rPr kumimoji="0" lang="es-ES" sz="5400" b="1" i="0" u="none" strike="noStrike" kern="1200" cap="none" spc="0" normalizeH="0" baseline="0" noProof="0">
                <a:ln>
                  <a:noFill/>
                </a:ln>
                <a:solidFill>
                  <a:prstClr val="black">
                    <a:lumMod val="75000"/>
                    <a:lumOff val="25000"/>
                  </a:prstClr>
                </a:solidFill>
                <a:effectLst/>
                <a:uLnTx/>
                <a:uFillTx/>
                <a:latin typeface="Work Sans Bold Roman"/>
              </a:rPr>
              <a:t>Justificación</a:t>
            </a:r>
            <a:r>
              <a:rPr lang="es-ES" sz="5400" b="1">
                <a:solidFill>
                  <a:prstClr val="black">
                    <a:lumMod val="75000"/>
                    <a:lumOff val="25000"/>
                  </a:prstClr>
                </a:solidFill>
                <a:latin typeface="Work Sans Bold Roman"/>
              </a:rPr>
              <a:t> </a:t>
            </a:r>
            <a:endParaRPr lang="es-ES" sz="5400">
              <a:solidFill>
                <a:prstClr val="black">
                  <a:lumMod val="75000"/>
                  <a:lumOff val="25000"/>
                </a:prstClr>
              </a:solidFill>
              <a:ea typeface="Calibri"/>
              <a:cs typeface="Calibri"/>
            </a:endParaRPr>
          </a:p>
        </p:txBody>
      </p:sp>
      <p:pic>
        <p:nvPicPr>
          <p:cNvPr id="2" name="Picture 1" descr="Reparar Errores Molestos de Outlook: Guía 2025 | Mailbird">
            <a:extLst>
              <a:ext uri="{FF2B5EF4-FFF2-40B4-BE49-F238E27FC236}">
                <a16:creationId xmlns:a16="http://schemas.microsoft.com/office/drawing/2014/main" id="{C10EBC02-B932-70B8-B7AD-4ED5B3D3112A}"/>
              </a:ext>
            </a:extLst>
          </p:cNvPr>
          <p:cNvPicPr>
            <a:picLocks noChangeAspect="1"/>
          </p:cNvPicPr>
          <p:nvPr/>
        </p:nvPicPr>
        <p:blipFill>
          <a:blip r:embed="rId4"/>
          <a:srcRect l="29316" t="-5802" r="27225" b="-1316"/>
          <a:stretch>
            <a:fillRect/>
          </a:stretch>
        </p:blipFill>
        <p:spPr>
          <a:xfrm>
            <a:off x="1791419" y="2822851"/>
            <a:ext cx="2371100" cy="2296815"/>
          </a:xfrm>
          <a:prstGeom prst="rect">
            <a:avLst/>
          </a:prstGeom>
        </p:spPr>
      </p:pic>
      <p:pic>
        <p:nvPicPr>
          <p:cNvPr id="6" name="Picture 5" descr="Reparar Errores Molestos de Outlook: Guía 2025 | Mailbird">
            <a:extLst>
              <a:ext uri="{FF2B5EF4-FFF2-40B4-BE49-F238E27FC236}">
                <a16:creationId xmlns:a16="http://schemas.microsoft.com/office/drawing/2014/main" id="{D87EF9D2-796F-1287-FED0-7839A35BAD92}"/>
              </a:ext>
            </a:extLst>
          </p:cNvPr>
          <p:cNvPicPr>
            <a:picLocks noChangeAspect="1"/>
          </p:cNvPicPr>
          <p:nvPr/>
        </p:nvPicPr>
        <p:blipFill>
          <a:blip r:embed="rId4"/>
          <a:srcRect l="44327" t="8725" r="44855" b="59060"/>
          <a:stretch>
            <a:fillRect/>
          </a:stretch>
        </p:blipFill>
        <p:spPr>
          <a:xfrm>
            <a:off x="3243531" y="3279382"/>
            <a:ext cx="532709" cy="690738"/>
          </a:xfrm>
          <a:prstGeom prst="rect">
            <a:avLst/>
          </a:prstGeom>
        </p:spPr>
      </p:pic>
      <p:pic>
        <p:nvPicPr>
          <p:cNvPr id="8" name="Picture 7" descr="Reparar Errores Molestos de Outlook: Guía 2025 | Mailbird">
            <a:extLst>
              <a:ext uri="{FF2B5EF4-FFF2-40B4-BE49-F238E27FC236}">
                <a16:creationId xmlns:a16="http://schemas.microsoft.com/office/drawing/2014/main" id="{930B151B-2E58-5822-7532-B37B28122D8A}"/>
              </a:ext>
            </a:extLst>
          </p:cNvPr>
          <p:cNvPicPr>
            <a:picLocks noChangeAspect="1"/>
          </p:cNvPicPr>
          <p:nvPr/>
        </p:nvPicPr>
        <p:blipFill>
          <a:blip r:embed="rId4"/>
          <a:srcRect l="44327" t="8725" r="44855" b="59060"/>
          <a:stretch>
            <a:fillRect/>
          </a:stretch>
        </p:blipFill>
        <p:spPr>
          <a:xfrm flipH="1">
            <a:off x="2079711" y="3106852"/>
            <a:ext cx="545592" cy="647606"/>
          </a:xfrm>
          <a:prstGeom prst="rect">
            <a:avLst/>
          </a:prstGeom>
        </p:spPr>
      </p:pic>
      <p:pic>
        <p:nvPicPr>
          <p:cNvPr id="9" name="Picture 8" descr="Senior Suite, Hidalgo, Mexico | Domicilio Conocido S/n,">
            <a:extLst>
              <a:ext uri="{FF2B5EF4-FFF2-40B4-BE49-F238E27FC236}">
                <a16:creationId xmlns:a16="http://schemas.microsoft.com/office/drawing/2014/main" id="{C45D768D-27CC-9141-8EC2-FC6475A16069}"/>
              </a:ext>
            </a:extLst>
          </p:cNvPr>
          <p:cNvPicPr>
            <a:picLocks noChangeAspect="1"/>
          </p:cNvPicPr>
          <p:nvPr/>
        </p:nvPicPr>
        <p:blipFill>
          <a:blip r:embed="rId5"/>
          <a:stretch>
            <a:fillRect/>
          </a:stretch>
        </p:blipFill>
        <p:spPr>
          <a:xfrm>
            <a:off x="3240732" y="3424029"/>
            <a:ext cx="520310" cy="484394"/>
          </a:xfrm>
          <a:prstGeom prst="rect">
            <a:avLst/>
          </a:prstGeom>
        </p:spPr>
      </p:pic>
      <p:pic>
        <p:nvPicPr>
          <p:cNvPr id="10" name="Picture 9" descr="Buffet libre - Pizza Libre Inca">
            <a:extLst>
              <a:ext uri="{FF2B5EF4-FFF2-40B4-BE49-F238E27FC236}">
                <a16:creationId xmlns:a16="http://schemas.microsoft.com/office/drawing/2014/main" id="{082F2710-EA92-2002-9AE3-5E39A5746919}"/>
              </a:ext>
            </a:extLst>
          </p:cNvPr>
          <p:cNvPicPr>
            <a:picLocks noChangeAspect="1"/>
          </p:cNvPicPr>
          <p:nvPr/>
        </p:nvPicPr>
        <p:blipFill>
          <a:blip r:embed="rId6"/>
          <a:stretch>
            <a:fillRect/>
          </a:stretch>
        </p:blipFill>
        <p:spPr>
          <a:xfrm>
            <a:off x="1948133" y="3019244"/>
            <a:ext cx="690110" cy="646980"/>
          </a:xfrm>
          <a:prstGeom prst="rect">
            <a:avLst/>
          </a:prstGeom>
        </p:spPr>
      </p:pic>
      <p:pic>
        <p:nvPicPr>
          <p:cNvPr id="11" name="Picture 10" descr="Dónde dormir - Polifonik Sound">
            <a:extLst>
              <a:ext uri="{FF2B5EF4-FFF2-40B4-BE49-F238E27FC236}">
                <a16:creationId xmlns:a16="http://schemas.microsoft.com/office/drawing/2014/main" id="{8AB765AD-D393-DE3E-CCE6-C20F0D5FDD9A}"/>
              </a:ext>
            </a:extLst>
          </p:cNvPr>
          <p:cNvPicPr>
            <a:picLocks noChangeAspect="1"/>
          </p:cNvPicPr>
          <p:nvPr/>
        </p:nvPicPr>
        <p:blipFill>
          <a:blip r:embed="rId7"/>
          <a:stretch>
            <a:fillRect/>
          </a:stretch>
        </p:blipFill>
        <p:spPr>
          <a:xfrm>
            <a:off x="2639683" y="3157053"/>
            <a:ext cx="615351" cy="558272"/>
          </a:xfrm>
          <a:prstGeom prst="rect">
            <a:avLst/>
          </a:prstGeom>
        </p:spPr>
      </p:pic>
      <p:pic>
        <p:nvPicPr>
          <p:cNvPr id="12" name="Picture 11" descr="Calendario Ocupado Ilustraciones Stock, Vectores, Y Clipart – (4,323  Ilustraciones Stock)">
            <a:extLst>
              <a:ext uri="{FF2B5EF4-FFF2-40B4-BE49-F238E27FC236}">
                <a16:creationId xmlns:a16="http://schemas.microsoft.com/office/drawing/2014/main" id="{617A69D8-52E8-D804-7E39-73A899CA0B81}"/>
              </a:ext>
            </a:extLst>
          </p:cNvPr>
          <p:cNvPicPr>
            <a:picLocks noChangeAspect="1"/>
          </p:cNvPicPr>
          <p:nvPr/>
        </p:nvPicPr>
        <p:blipFill>
          <a:blip r:embed="rId8"/>
          <a:stretch>
            <a:fillRect/>
          </a:stretch>
        </p:blipFill>
        <p:spPr>
          <a:xfrm>
            <a:off x="5114746" y="2692161"/>
            <a:ext cx="2091905" cy="2106283"/>
          </a:xfrm>
          <a:prstGeom prst="rect">
            <a:avLst/>
          </a:prstGeom>
        </p:spPr>
      </p:pic>
      <p:sp>
        <p:nvSpPr>
          <p:cNvPr id="14" name="TextBox 13">
            <a:extLst>
              <a:ext uri="{FF2B5EF4-FFF2-40B4-BE49-F238E27FC236}">
                <a16:creationId xmlns:a16="http://schemas.microsoft.com/office/drawing/2014/main" id="{76DE7188-5533-A2DF-3E40-DD6350D24BC7}"/>
              </a:ext>
            </a:extLst>
          </p:cNvPr>
          <p:cNvSpPr txBox="1"/>
          <p:nvPr/>
        </p:nvSpPr>
        <p:spPr>
          <a:xfrm>
            <a:off x="4673316" y="4899982"/>
            <a:ext cx="2830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ea typeface="+mn-lt"/>
                <a:cs typeface="+mn-lt"/>
              </a:rPr>
              <a:t>Agenda </a:t>
            </a:r>
            <a:r>
              <a:rPr lang="en-US" sz="1200" err="1">
                <a:ea typeface="+mn-lt"/>
                <a:cs typeface="+mn-lt"/>
              </a:rPr>
              <a:t>desorganizada</a:t>
            </a:r>
            <a:r>
              <a:rPr lang="en-US" sz="1200">
                <a:ea typeface="+mn-lt"/>
                <a:cs typeface="+mn-lt"/>
              </a:rPr>
              <a:t>, doble </a:t>
            </a:r>
            <a:r>
              <a:rPr lang="en-US" sz="1200" err="1">
                <a:ea typeface="+mn-lt"/>
                <a:cs typeface="+mn-lt"/>
              </a:rPr>
              <a:t>reservas</a:t>
            </a:r>
            <a:r>
              <a:rPr lang="en-US" sz="1200">
                <a:ea typeface="+mn-lt"/>
                <a:cs typeface="+mn-lt"/>
              </a:rPr>
              <a:t>, </a:t>
            </a:r>
            <a:r>
              <a:rPr lang="en-US" sz="1200" err="1">
                <a:ea typeface="+mn-lt"/>
                <a:cs typeface="+mn-lt"/>
              </a:rPr>
              <a:t>falta</a:t>
            </a:r>
            <a:r>
              <a:rPr lang="en-US" sz="1200">
                <a:ea typeface="+mn-lt"/>
                <a:cs typeface="+mn-lt"/>
              </a:rPr>
              <a:t> de control, </a:t>
            </a:r>
            <a:r>
              <a:rPr lang="en-US" sz="1200" err="1">
                <a:ea typeface="+mn-lt"/>
                <a:cs typeface="+mn-lt"/>
              </a:rPr>
              <a:t>simbolizando</a:t>
            </a:r>
            <a:r>
              <a:rPr lang="en-US" sz="1200">
                <a:ea typeface="+mn-lt"/>
                <a:cs typeface="+mn-lt"/>
              </a:rPr>
              <a:t> que </a:t>
            </a:r>
            <a:r>
              <a:rPr lang="en-US" sz="1200" err="1">
                <a:ea typeface="+mn-lt"/>
                <a:cs typeface="+mn-lt"/>
              </a:rPr>
              <a:t>el</a:t>
            </a:r>
            <a:r>
              <a:rPr lang="en-US" sz="1200">
                <a:ea typeface="+mn-lt"/>
                <a:cs typeface="+mn-lt"/>
              </a:rPr>
              <a:t> </a:t>
            </a:r>
            <a:r>
              <a:rPr lang="en-US" sz="1200" err="1">
                <a:ea typeface="+mn-lt"/>
                <a:cs typeface="+mn-lt"/>
              </a:rPr>
              <a:t>sistema</a:t>
            </a:r>
            <a:r>
              <a:rPr lang="en-US" sz="1200">
                <a:ea typeface="+mn-lt"/>
                <a:cs typeface="+mn-lt"/>
              </a:rPr>
              <a:t> no es </a:t>
            </a:r>
            <a:r>
              <a:rPr lang="en-US" sz="1200" err="1">
                <a:ea typeface="+mn-lt"/>
                <a:cs typeface="+mn-lt"/>
              </a:rPr>
              <a:t>eficiente</a:t>
            </a:r>
            <a:r>
              <a:rPr lang="en-US" sz="1200">
                <a:ea typeface="+mn-lt"/>
                <a:cs typeface="+mn-lt"/>
              </a:rPr>
              <a:t>.</a:t>
            </a:r>
            <a:endParaRPr lang="en-US" sz="1200"/>
          </a:p>
        </p:txBody>
      </p:sp>
      <p:pic>
        <p:nvPicPr>
          <p:cNvPr id="15" name="Picture 14" descr="1.200+ Ordenador Portátil Con Sistema De Mensaje De Error Ilustraciones de  Stock, gráficos vectoriales libres de derechos y clip art - iStock">
            <a:extLst>
              <a:ext uri="{FF2B5EF4-FFF2-40B4-BE49-F238E27FC236}">
                <a16:creationId xmlns:a16="http://schemas.microsoft.com/office/drawing/2014/main" id="{4C49229F-6A6E-56BD-23D1-430DD9563E3B}"/>
              </a:ext>
            </a:extLst>
          </p:cNvPr>
          <p:cNvPicPr>
            <a:picLocks noChangeAspect="1"/>
          </p:cNvPicPr>
          <p:nvPr/>
        </p:nvPicPr>
        <p:blipFill>
          <a:blip r:embed="rId9"/>
          <a:srcRect l="14722" t="1430" r="11140" b="-2743"/>
          <a:stretch>
            <a:fillRect/>
          </a:stretch>
        </p:blipFill>
        <p:spPr>
          <a:xfrm>
            <a:off x="8195095" y="2615871"/>
            <a:ext cx="2387634" cy="2171980"/>
          </a:xfrm>
          <a:prstGeom prst="rect">
            <a:avLst/>
          </a:prstGeom>
        </p:spPr>
      </p:pic>
      <p:pic>
        <p:nvPicPr>
          <p:cNvPr id="4" name="Imagen 3">
            <a:extLst>
              <a:ext uri="{FF2B5EF4-FFF2-40B4-BE49-F238E27FC236}">
                <a16:creationId xmlns:a16="http://schemas.microsoft.com/office/drawing/2014/main" id="{68F45C2E-1664-268C-4055-7D187180DF94}"/>
              </a:ext>
            </a:extLst>
          </p:cNvPr>
          <p:cNvPicPr>
            <a:picLocks noChangeAspect="1"/>
          </p:cNvPicPr>
          <p:nvPr/>
        </p:nvPicPr>
        <p:blipFill>
          <a:blip r:embed="rId10"/>
          <a:stretch>
            <a:fillRect/>
          </a:stretch>
        </p:blipFill>
        <p:spPr>
          <a:xfrm>
            <a:off x="8983578" y="5155071"/>
            <a:ext cx="1938011" cy="713188"/>
          </a:xfrm>
          <a:prstGeom prst="rect">
            <a:avLst/>
          </a:prstGeom>
        </p:spPr>
      </p:pic>
    </p:spTree>
    <p:extLst>
      <p:ext uri="{BB962C8B-B14F-4D97-AF65-F5344CB8AC3E}">
        <p14:creationId xmlns:p14="http://schemas.microsoft.com/office/powerpoint/2010/main" val="281080768"/>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386A9AD-1FB2-B4CD-B173-A809C7EA4851}"/>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lIns="91440" tIns="45720" rIns="91440" bIns="45720" anchor="t"/>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6000" b="1" u="none" strike="noStrike" kern="1200" cap="none" spc="0" normalizeH="0" baseline="0" noProof="0">
                <a:ln>
                  <a:noFill/>
                </a:ln>
                <a:effectLst/>
                <a:uLnTx/>
                <a:uFillTx/>
                <a:latin typeface="WORK SANS BOLD ROMAN"/>
              </a:rPr>
              <a:t>Alternativa</a:t>
            </a:r>
            <a:endParaRPr lang="es-ES" sz="6000" b="1" u="none" strike="noStrike" kern="1200" cap="none" spc="0" normalizeH="0" baseline="0" noProof="0">
              <a:ln>
                <a:noFill/>
              </a:ln>
              <a:effectLst/>
              <a:uLnTx/>
              <a:uFillTx/>
              <a:latin typeface="WORK SANS BOLD ROMAN"/>
            </a:endParaRPr>
          </a:p>
        </p:txBody>
      </p:sp>
      <p:pic>
        <p:nvPicPr>
          <p:cNvPr id="12" name="Picture 11" descr="3d hombre de negocios carácter comprobar teléfono celular 11421836 PNG">
            <a:extLst>
              <a:ext uri="{FF2B5EF4-FFF2-40B4-BE49-F238E27FC236}">
                <a16:creationId xmlns:a16="http://schemas.microsoft.com/office/drawing/2014/main" id="{7C9F16DF-1027-F329-8868-87831C314FF6}"/>
              </a:ext>
            </a:extLst>
          </p:cNvPr>
          <p:cNvPicPr>
            <a:picLocks noChangeAspect="1"/>
          </p:cNvPicPr>
          <p:nvPr/>
        </p:nvPicPr>
        <p:blipFill>
          <a:blip r:embed="rId4"/>
          <a:stretch>
            <a:fillRect/>
          </a:stretch>
        </p:blipFill>
        <p:spPr>
          <a:xfrm>
            <a:off x="553" y="1156939"/>
            <a:ext cx="2797097" cy="2797097"/>
          </a:xfrm>
          <a:prstGeom prst="rect">
            <a:avLst/>
          </a:prstGeom>
        </p:spPr>
      </p:pic>
      <p:pic>
        <p:nvPicPr>
          <p:cNvPr id="13" name="Picture 12" descr="Componentes- Panel de Administración | BeepQuest">
            <a:extLst>
              <a:ext uri="{FF2B5EF4-FFF2-40B4-BE49-F238E27FC236}">
                <a16:creationId xmlns:a16="http://schemas.microsoft.com/office/drawing/2014/main" id="{18071336-38DE-9A18-BBA1-DA494D8C2085}"/>
              </a:ext>
            </a:extLst>
          </p:cNvPr>
          <p:cNvPicPr>
            <a:picLocks noChangeAspect="1"/>
          </p:cNvPicPr>
          <p:nvPr/>
        </p:nvPicPr>
        <p:blipFill>
          <a:blip r:embed="rId5"/>
          <a:stretch>
            <a:fillRect/>
          </a:stretch>
        </p:blipFill>
        <p:spPr>
          <a:xfrm>
            <a:off x="3414132" y="1160697"/>
            <a:ext cx="4787590" cy="2891802"/>
          </a:xfrm>
          <a:prstGeom prst="rect">
            <a:avLst/>
          </a:prstGeom>
        </p:spPr>
      </p:pic>
      <p:pic>
        <p:nvPicPr>
          <p:cNvPr id="15" name="Picture 14" descr="Flujo de Clientes en Sucursal. Cómo Gestionarlo Efectivamente">
            <a:extLst>
              <a:ext uri="{FF2B5EF4-FFF2-40B4-BE49-F238E27FC236}">
                <a16:creationId xmlns:a16="http://schemas.microsoft.com/office/drawing/2014/main" id="{25560E15-5F02-95B2-15E4-7630096BD890}"/>
              </a:ext>
            </a:extLst>
          </p:cNvPr>
          <p:cNvPicPr>
            <a:picLocks noChangeAspect="1"/>
          </p:cNvPicPr>
          <p:nvPr/>
        </p:nvPicPr>
        <p:blipFill>
          <a:blip r:embed="rId6">
            <a:alphaModFix amt="78000"/>
          </a:blip>
          <a:srcRect r="1865" b="472"/>
          <a:stretch>
            <a:fillRect/>
          </a:stretch>
        </p:blipFill>
        <p:spPr>
          <a:xfrm>
            <a:off x="8914111" y="1575732"/>
            <a:ext cx="3014686" cy="1959520"/>
          </a:xfrm>
          <a:prstGeom prst="rect">
            <a:avLst/>
          </a:prstGeom>
        </p:spPr>
      </p:pic>
      <p:pic>
        <p:nvPicPr>
          <p:cNvPr id="16" name="Picture 15" descr="Crea tu propio mapa interactivo con MapMe * TYS Magazine">
            <a:extLst>
              <a:ext uri="{FF2B5EF4-FFF2-40B4-BE49-F238E27FC236}">
                <a16:creationId xmlns:a16="http://schemas.microsoft.com/office/drawing/2014/main" id="{ED2B800A-3F02-5C0A-87C8-7743902F0DB4}"/>
              </a:ext>
            </a:extLst>
          </p:cNvPr>
          <p:cNvPicPr>
            <a:picLocks noChangeAspect="1"/>
          </p:cNvPicPr>
          <p:nvPr/>
        </p:nvPicPr>
        <p:blipFill>
          <a:blip r:embed="rId7"/>
          <a:stretch>
            <a:fillRect/>
          </a:stretch>
        </p:blipFill>
        <p:spPr>
          <a:xfrm>
            <a:off x="6428317" y="4434945"/>
            <a:ext cx="3526366" cy="2062691"/>
          </a:xfrm>
          <a:prstGeom prst="rect">
            <a:avLst/>
          </a:prstGeom>
        </p:spPr>
      </p:pic>
      <p:sp>
        <p:nvSpPr>
          <p:cNvPr id="20" name="Arrow: Right 19">
            <a:extLst>
              <a:ext uri="{FF2B5EF4-FFF2-40B4-BE49-F238E27FC236}">
                <a16:creationId xmlns:a16="http://schemas.microsoft.com/office/drawing/2014/main" id="{911D2D84-AC42-E83E-FB3F-1D3DCB9D8CB3}"/>
              </a:ext>
            </a:extLst>
          </p:cNvPr>
          <p:cNvSpPr/>
          <p:nvPr/>
        </p:nvSpPr>
        <p:spPr>
          <a:xfrm>
            <a:off x="2614083" y="2328333"/>
            <a:ext cx="613833" cy="4550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A1483C53-DD89-8CC4-0F88-B42B16DD1E94}"/>
              </a:ext>
            </a:extLst>
          </p:cNvPr>
          <p:cNvSpPr/>
          <p:nvPr/>
        </p:nvSpPr>
        <p:spPr>
          <a:xfrm>
            <a:off x="8202083" y="2328333"/>
            <a:ext cx="613833" cy="4550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6F3516DE-10F6-1667-C72D-E2F98813A527}"/>
              </a:ext>
            </a:extLst>
          </p:cNvPr>
          <p:cNvSpPr/>
          <p:nvPr/>
        </p:nvSpPr>
        <p:spPr>
          <a:xfrm rot="7620000">
            <a:off x="8191499" y="3735916"/>
            <a:ext cx="613833" cy="4550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41385486-82FD-0A4B-B2E7-64A292A16C4A}"/>
              </a:ext>
            </a:extLst>
          </p:cNvPr>
          <p:cNvSpPr/>
          <p:nvPr/>
        </p:nvSpPr>
        <p:spPr>
          <a:xfrm rot="10800000">
            <a:off x="4868331" y="5132915"/>
            <a:ext cx="1068916" cy="391583"/>
          </a:xfrm>
          <a:prstGeom prst="rightArrow">
            <a:avLst/>
          </a:prstGeom>
          <a:solidFill>
            <a:schemeClr val="tx1">
              <a:lumMod val="95000"/>
              <a:lumOff val="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descr="10 ideas de Emojis 💛 | emojis, emoticonos divertidos, emojis emoticonos">
            <a:extLst>
              <a:ext uri="{FF2B5EF4-FFF2-40B4-BE49-F238E27FC236}">
                <a16:creationId xmlns:a16="http://schemas.microsoft.com/office/drawing/2014/main" id="{61CAE943-8AF4-A5E1-B39A-1D532DC20548}"/>
              </a:ext>
            </a:extLst>
          </p:cNvPr>
          <p:cNvPicPr>
            <a:picLocks noChangeAspect="1"/>
          </p:cNvPicPr>
          <p:nvPr/>
        </p:nvPicPr>
        <p:blipFill>
          <a:blip r:embed="rId8"/>
          <a:stretch>
            <a:fillRect/>
          </a:stretch>
        </p:blipFill>
        <p:spPr>
          <a:xfrm>
            <a:off x="2103967" y="4210050"/>
            <a:ext cx="2247900" cy="2247900"/>
          </a:xfrm>
          <a:prstGeom prst="rect">
            <a:avLst/>
          </a:prstGeom>
        </p:spPr>
      </p:pic>
      <p:pic>
        <p:nvPicPr>
          <p:cNvPr id="2" name="Imagen 1">
            <a:extLst>
              <a:ext uri="{FF2B5EF4-FFF2-40B4-BE49-F238E27FC236}">
                <a16:creationId xmlns:a16="http://schemas.microsoft.com/office/drawing/2014/main" id="{BAAFCD7D-919D-2637-8346-88791470AA68}"/>
              </a:ext>
            </a:extLst>
          </p:cNvPr>
          <p:cNvPicPr>
            <a:picLocks noChangeAspect="1"/>
          </p:cNvPicPr>
          <p:nvPr/>
        </p:nvPicPr>
        <p:blipFill>
          <a:blip r:embed="rId9"/>
          <a:stretch>
            <a:fillRect/>
          </a:stretch>
        </p:blipFill>
        <p:spPr>
          <a:xfrm>
            <a:off x="10093122" y="5728123"/>
            <a:ext cx="1938011" cy="713188"/>
          </a:xfrm>
          <a:prstGeom prst="rect">
            <a:avLst/>
          </a:prstGeom>
        </p:spPr>
      </p:pic>
    </p:spTree>
    <p:extLst>
      <p:ext uri="{BB962C8B-B14F-4D97-AF65-F5344CB8AC3E}">
        <p14:creationId xmlns:p14="http://schemas.microsoft.com/office/powerpoint/2010/main" val="2612418769"/>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9F34D7F-7092-FA25-DC24-6AA5ACC7D90A}"/>
            </a:ext>
          </a:extLst>
        </p:cNvPr>
        <p:cNvGrpSpPr/>
        <p:nvPr/>
      </p:nvGrpSpPr>
      <p:grpSpPr>
        <a:xfrm>
          <a:off x="0" y="0"/>
          <a:ext cx="0" cy="0"/>
          <a:chOff x="0" y="0"/>
          <a:chExt cx="0" cy="0"/>
        </a:xfrm>
      </p:grpSpPr>
      <p:pic>
        <p:nvPicPr>
          <p:cNvPr id="12" name="Picture 11" descr="A diagram of a company&#10;&#10;AI-generated content may be incorrect.">
            <a:extLst>
              <a:ext uri="{FF2B5EF4-FFF2-40B4-BE49-F238E27FC236}">
                <a16:creationId xmlns:a16="http://schemas.microsoft.com/office/drawing/2014/main" id="{62873CC4-8371-D4F4-827D-E715C9466D44}"/>
              </a:ext>
            </a:extLst>
          </p:cNvPr>
          <p:cNvPicPr>
            <a:picLocks noChangeAspect="1"/>
          </p:cNvPicPr>
          <p:nvPr/>
        </p:nvPicPr>
        <p:blipFill>
          <a:blip r:embed="rId4"/>
          <a:stretch>
            <a:fillRect/>
          </a:stretch>
        </p:blipFill>
        <p:spPr>
          <a:xfrm>
            <a:off x="609600" y="0"/>
            <a:ext cx="10972800" cy="6858000"/>
          </a:xfrm>
          <a:prstGeom prst="rect">
            <a:avLst/>
          </a:prstGeom>
        </p:spPr>
      </p:pic>
      <p:sp>
        <p:nvSpPr>
          <p:cNvPr id="14" name="TextBox 13">
            <a:extLst>
              <a:ext uri="{FF2B5EF4-FFF2-40B4-BE49-F238E27FC236}">
                <a16:creationId xmlns:a16="http://schemas.microsoft.com/office/drawing/2014/main" id="{FA325848-E9EB-1887-9C7B-D84A3A3C4E44}"/>
              </a:ext>
            </a:extLst>
          </p:cNvPr>
          <p:cNvSpPr txBox="1"/>
          <p:nvPr/>
        </p:nvSpPr>
        <p:spPr>
          <a:xfrm>
            <a:off x="793595" y="449766"/>
            <a:ext cx="288259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2400" b="1">
                <a:solidFill>
                  <a:srgbClr val="404040"/>
                </a:solidFill>
              </a:rPr>
              <a:t>Árbol de </a:t>
            </a:r>
            <a:r>
              <a:rPr lang="es-ES" sz="2400" b="1">
                <a:solidFill>
                  <a:srgbClr val="404040"/>
                </a:solidFill>
                <a:latin typeface="Work Sans Bold Roman"/>
              </a:rPr>
              <a:t> problemas</a:t>
            </a:r>
            <a:endParaRPr lang="en-US" sz="2400">
              <a:latin typeface="Work Sans Bold Roman"/>
            </a:endParaRPr>
          </a:p>
        </p:txBody>
      </p:sp>
      <p:pic>
        <p:nvPicPr>
          <p:cNvPr id="2" name="Imagen 1">
            <a:extLst>
              <a:ext uri="{FF2B5EF4-FFF2-40B4-BE49-F238E27FC236}">
                <a16:creationId xmlns:a16="http://schemas.microsoft.com/office/drawing/2014/main" id="{B0974A7E-5A48-F579-C069-6ABAE1164DA9}"/>
              </a:ext>
            </a:extLst>
          </p:cNvPr>
          <p:cNvPicPr>
            <a:picLocks noChangeAspect="1"/>
          </p:cNvPicPr>
          <p:nvPr/>
        </p:nvPicPr>
        <p:blipFill>
          <a:blip r:embed="rId5"/>
          <a:stretch>
            <a:fillRect/>
          </a:stretch>
        </p:blipFill>
        <p:spPr>
          <a:xfrm>
            <a:off x="9641305" y="5678118"/>
            <a:ext cx="1938011" cy="713188"/>
          </a:xfrm>
          <a:prstGeom prst="rect">
            <a:avLst/>
          </a:prstGeom>
        </p:spPr>
      </p:pic>
    </p:spTree>
    <p:extLst>
      <p:ext uri="{BB962C8B-B14F-4D97-AF65-F5344CB8AC3E}">
        <p14:creationId xmlns:p14="http://schemas.microsoft.com/office/powerpoint/2010/main" val="50539056"/>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DF67FE34-CDAD-987E-C5A4-3F27EA8E558E}"/>
            </a:ext>
          </a:extLst>
        </p:cNvPr>
        <p:cNvGrpSpPr/>
        <p:nvPr/>
      </p:nvGrpSpPr>
      <p:grpSpPr>
        <a:xfrm>
          <a:off x="0" y="0"/>
          <a:ext cx="0" cy="0"/>
          <a:chOff x="0" y="0"/>
          <a:chExt cx="0" cy="0"/>
        </a:xfrm>
      </p:grpSpPr>
      <p:pic>
        <p:nvPicPr>
          <p:cNvPr id="7" name="Picture 6" descr="A diagram of a company&#10;&#10;AI-generated content may be incorrect.">
            <a:extLst>
              <a:ext uri="{FF2B5EF4-FFF2-40B4-BE49-F238E27FC236}">
                <a16:creationId xmlns:a16="http://schemas.microsoft.com/office/drawing/2014/main" id="{3F4C4044-6438-2C00-6321-D9403A00FBA5}"/>
              </a:ext>
            </a:extLst>
          </p:cNvPr>
          <p:cNvPicPr>
            <a:picLocks noChangeAspect="1"/>
          </p:cNvPicPr>
          <p:nvPr/>
        </p:nvPicPr>
        <p:blipFill>
          <a:blip r:embed="rId3"/>
          <a:stretch>
            <a:fillRect/>
          </a:stretch>
        </p:blipFill>
        <p:spPr>
          <a:xfrm>
            <a:off x="795338" y="0"/>
            <a:ext cx="10601325" cy="6858000"/>
          </a:xfrm>
          <a:prstGeom prst="rect">
            <a:avLst/>
          </a:prstGeom>
        </p:spPr>
      </p:pic>
      <p:sp>
        <p:nvSpPr>
          <p:cNvPr id="10" name="TextBox 9">
            <a:extLst>
              <a:ext uri="{FF2B5EF4-FFF2-40B4-BE49-F238E27FC236}">
                <a16:creationId xmlns:a16="http://schemas.microsoft.com/office/drawing/2014/main" id="{28F51487-E067-519A-3302-FA21E565A740}"/>
              </a:ext>
            </a:extLst>
          </p:cNvPr>
          <p:cNvSpPr txBox="1"/>
          <p:nvPr/>
        </p:nvSpPr>
        <p:spPr>
          <a:xfrm>
            <a:off x="793595" y="449766"/>
            <a:ext cx="2743200" cy="4572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2400" b="1">
                <a:solidFill>
                  <a:srgbClr val="404040"/>
                </a:solidFill>
              </a:rPr>
              <a:t>Árbol de </a:t>
            </a:r>
            <a:r>
              <a:rPr lang="es-ES" sz="2400" b="1">
                <a:solidFill>
                  <a:srgbClr val="404040"/>
                </a:solidFill>
                <a:latin typeface="Work Sans Bold Roman"/>
              </a:rPr>
              <a:t> Objetivos</a:t>
            </a:r>
            <a:endParaRPr lang="en-US" sz="2400">
              <a:latin typeface="Work Sans Bold Roman"/>
            </a:endParaRPr>
          </a:p>
        </p:txBody>
      </p:sp>
      <p:pic>
        <p:nvPicPr>
          <p:cNvPr id="2" name="Imagen 1">
            <a:extLst>
              <a:ext uri="{FF2B5EF4-FFF2-40B4-BE49-F238E27FC236}">
                <a16:creationId xmlns:a16="http://schemas.microsoft.com/office/drawing/2014/main" id="{EFE775F3-D6EE-E096-70A6-4C8A3DC36E6C}"/>
              </a:ext>
            </a:extLst>
          </p:cNvPr>
          <p:cNvPicPr>
            <a:picLocks noChangeAspect="1"/>
          </p:cNvPicPr>
          <p:nvPr/>
        </p:nvPicPr>
        <p:blipFill>
          <a:blip r:embed="rId4"/>
          <a:stretch>
            <a:fillRect/>
          </a:stretch>
        </p:blipFill>
        <p:spPr>
          <a:xfrm>
            <a:off x="9641305" y="5678118"/>
            <a:ext cx="1938011" cy="713188"/>
          </a:xfrm>
          <a:prstGeom prst="rect">
            <a:avLst/>
          </a:prstGeom>
        </p:spPr>
      </p:pic>
    </p:spTree>
    <p:extLst>
      <p:ext uri="{BB962C8B-B14F-4D97-AF65-F5344CB8AC3E}">
        <p14:creationId xmlns:p14="http://schemas.microsoft.com/office/powerpoint/2010/main" val="31963649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90333D7-E1B4-8789-DE7F-37E3385FA101}"/>
            </a:ext>
          </a:extLst>
        </p:cNvPr>
        <p:cNvGrpSpPr/>
        <p:nvPr/>
      </p:nvGrpSpPr>
      <p:grpSpPr>
        <a:xfrm>
          <a:off x="0" y="0"/>
          <a:ext cx="0" cy="0"/>
          <a:chOff x="0" y="0"/>
          <a:chExt cx="0" cy="0"/>
        </a:xfrm>
      </p:grpSpPr>
      <p:sp>
        <p:nvSpPr>
          <p:cNvPr id="10" name="Título 1">
            <a:extLst>
              <a:ext uri="{FF2B5EF4-FFF2-40B4-BE49-F238E27FC236}">
                <a16:creationId xmlns:a16="http://schemas.microsoft.com/office/drawing/2014/main" id="{2B951D1C-ACAB-30A9-933A-FC96DF28A2F0}"/>
              </a:ext>
            </a:extLst>
          </p:cNvPr>
          <p:cNvSpPr txBox="1">
            <a:spLocks/>
          </p:cNvSpPr>
          <p:nvPr/>
        </p:nvSpPr>
        <p:spPr>
          <a:xfrm>
            <a:off x="1520925" y="1199808"/>
            <a:ext cx="3058086" cy="1550749"/>
          </a:xfrm>
          <a:prstGeom prst="rect">
            <a:avLst/>
          </a:prstGeom>
        </p:spPr>
        <p:txBody>
          <a:bodyPr lIns="91440" tIns="45720" rIns="91440" bIns="45720" anchor="t"/>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4800" b="1">
                <a:solidFill>
                  <a:srgbClr val="38AA00"/>
                </a:solidFill>
                <a:latin typeface="WORK SANS BOLD ROMAN"/>
              </a:rPr>
              <a:t>Objetivo General </a:t>
            </a:r>
          </a:p>
        </p:txBody>
      </p:sp>
      <p:sp>
        <p:nvSpPr>
          <p:cNvPr id="12" name="CuadroTexto 2">
            <a:extLst>
              <a:ext uri="{FF2B5EF4-FFF2-40B4-BE49-F238E27FC236}">
                <a16:creationId xmlns:a16="http://schemas.microsoft.com/office/drawing/2014/main" id="{CF6697F3-B1A3-FADB-1243-D89866428CB1}"/>
              </a:ext>
            </a:extLst>
          </p:cNvPr>
          <p:cNvSpPr txBox="1"/>
          <p:nvPr/>
        </p:nvSpPr>
        <p:spPr>
          <a:xfrm>
            <a:off x="1046998" y="3155208"/>
            <a:ext cx="4010676" cy="1815882"/>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2800">
                <a:latin typeface="Work Sans Light Roman"/>
              </a:rPr>
              <a:t>Innovar con un software enfocado a las reservas de restaurantes de gran flujo de personas</a:t>
            </a:r>
            <a:endParaRPr lang="es-CO" sz="3200">
              <a:ea typeface="Calibri" panose="020F0502020204030204"/>
              <a:cs typeface="Calibri" panose="020F0502020204030204"/>
            </a:endParaRPr>
          </a:p>
        </p:txBody>
      </p:sp>
      <p:cxnSp>
        <p:nvCxnSpPr>
          <p:cNvPr id="13" name="Conector recto 3">
            <a:extLst>
              <a:ext uri="{FF2B5EF4-FFF2-40B4-BE49-F238E27FC236}">
                <a16:creationId xmlns:a16="http://schemas.microsoft.com/office/drawing/2014/main" id="{669DD18A-AB54-34AC-A662-0BDC60B050FF}"/>
              </a:ext>
            </a:extLst>
          </p:cNvPr>
          <p:cNvCxnSpPr>
            <a:cxnSpLocks/>
          </p:cNvCxnSpPr>
          <p:nvPr/>
        </p:nvCxnSpPr>
        <p:spPr>
          <a:xfrm>
            <a:off x="1157468" y="2704095"/>
            <a:ext cx="1425934" cy="0"/>
          </a:xfrm>
          <a:prstGeom prst="line">
            <a:avLst/>
          </a:prstGeom>
          <a:ln w="12700">
            <a:solidFill>
              <a:srgbClr val="4D4D4C"/>
            </a:solidFill>
          </a:ln>
        </p:spPr>
        <p:style>
          <a:lnRef idx="1">
            <a:schemeClr val="accent1"/>
          </a:lnRef>
          <a:fillRef idx="0">
            <a:schemeClr val="accent1"/>
          </a:fillRef>
          <a:effectRef idx="0">
            <a:schemeClr val="accent1"/>
          </a:effectRef>
          <a:fontRef idx="minor">
            <a:schemeClr val="tx1"/>
          </a:fontRef>
        </p:style>
      </p:cxnSp>
      <p:pic>
        <p:nvPicPr>
          <p:cNvPr id="14" name="Imagen 8">
            <a:extLst>
              <a:ext uri="{FF2B5EF4-FFF2-40B4-BE49-F238E27FC236}">
                <a16:creationId xmlns:a16="http://schemas.microsoft.com/office/drawing/2014/main" id="{CBB8E863-134C-047E-564D-20E4D7521C87}"/>
              </a:ext>
            </a:extLst>
          </p:cNvPr>
          <p:cNvPicPr>
            <a:picLocks noChangeAspect="1"/>
          </p:cNvPicPr>
          <p:nvPr/>
        </p:nvPicPr>
        <p:blipFill rotWithShape="1">
          <a:blip r:embed="rId3"/>
          <a:srcRect l="13166" r="239"/>
          <a:stretch/>
        </p:blipFill>
        <p:spPr>
          <a:xfrm>
            <a:off x="6096000" y="0"/>
            <a:ext cx="6096000" cy="6858000"/>
          </a:xfrm>
          <a:prstGeom prst="rect">
            <a:avLst/>
          </a:prstGeom>
        </p:spPr>
      </p:pic>
    </p:spTree>
    <p:extLst>
      <p:ext uri="{BB962C8B-B14F-4D97-AF65-F5344CB8AC3E}">
        <p14:creationId xmlns:p14="http://schemas.microsoft.com/office/powerpoint/2010/main" val="358022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A9AD0F-8A6E-8747-707F-6DFB7E5863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F0895E-5244-D172-6AB9-51B985A277CD}"/>
              </a:ext>
            </a:extLst>
          </p:cNvPr>
          <p:cNvSpPr txBox="1">
            <a:spLocks/>
          </p:cNvSpPr>
          <p:nvPr/>
        </p:nvSpPr>
        <p:spPr>
          <a:xfrm>
            <a:off x="553928" y="270150"/>
            <a:ext cx="9815809" cy="741563"/>
          </a:xfrm>
          <a:prstGeom prst="rect">
            <a:avLst/>
          </a:prstGeom>
          <a:ln>
            <a:noFill/>
          </a:ln>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3600" b="1" u="none" strike="noStrike" kern="1200" cap="none" spc="0" normalizeH="0" baseline="0" noProof="0">
                <a:ln>
                  <a:noFill/>
                </a:ln>
                <a:solidFill>
                  <a:srgbClr val="4D4D4C"/>
                </a:solidFill>
                <a:effectLst/>
                <a:uLnTx/>
                <a:uFillTx/>
                <a:latin typeface="WORK SANS BOLD ROMAN"/>
              </a:rPr>
              <a:t>Objetivos Específicos </a:t>
            </a:r>
            <a:endParaRPr lang="es-CO" sz="3600" b="1" u="none" strike="noStrike" kern="1200" cap="none" spc="0" normalizeH="0" baseline="0" noProof="0">
              <a:ln>
                <a:noFill/>
              </a:ln>
              <a:solidFill>
                <a:srgbClr val="4D4D4C"/>
              </a:solidFill>
              <a:effectLst/>
              <a:uLnTx/>
              <a:uFillTx/>
              <a:latin typeface="WORK SANS BOLD ROMAN"/>
            </a:endParaRPr>
          </a:p>
        </p:txBody>
      </p:sp>
      <p:sp>
        <p:nvSpPr>
          <p:cNvPr id="3" name="CuadroTexto 2">
            <a:extLst>
              <a:ext uri="{FF2B5EF4-FFF2-40B4-BE49-F238E27FC236}">
                <a16:creationId xmlns:a16="http://schemas.microsoft.com/office/drawing/2014/main" id="{3308D7F1-5CBA-A1A0-6F5C-A215C1123266}"/>
              </a:ext>
            </a:extLst>
          </p:cNvPr>
          <p:cNvSpPr txBox="1"/>
          <p:nvPr/>
        </p:nvSpPr>
        <p:spPr>
          <a:xfrm>
            <a:off x="290983" y="2534626"/>
            <a:ext cx="5518437" cy="1077218"/>
          </a:xfrm>
          <a:prstGeom prst="rect">
            <a:avLst/>
          </a:prstGeom>
          <a:noFill/>
        </p:spPr>
        <p:txBody>
          <a:bodyPr wrap="square" lIns="91440" tIns="45720" rIns="91440" bIns="45720" rtlCol="0" anchor="t">
            <a:spAutoFit/>
          </a:bodyPr>
          <a:lstStyle/>
          <a:p>
            <a:pPr marL="342900" indent="-342900">
              <a:buClr>
                <a:srgbClr val="38AA00"/>
              </a:buClr>
              <a:buAutoNum type="arabicPeriod"/>
            </a:pPr>
            <a:r>
              <a:rPr lang="es-CO" sz="1600">
                <a:ea typeface="Calibri"/>
                <a:cs typeface="Calibri"/>
              </a:rPr>
              <a:t>Mayor visibilidad de los restaurantes, por medio de la aplicación o página web</a:t>
            </a:r>
          </a:p>
          <a:p>
            <a:pPr marL="342900" indent="-342900">
              <a:buClr>
                <a:srgbClr val="38AA00"/>
              </a:buClr>
              <a:buAutoNum type="arabicPeriod"/>
            </a:pPr>
            <a:r>
              <a:rPr lang="es-CO" sz="1600">
                <a:ea typeface="+mn-lt"/>
                <a:cs typeface="+mn-lt"/>
              </a:rPr>
              <a:t>Aumentar el flujo de personas por restaurantes</a:t>
            </a:r>
            <a:endParaRPr lang="es-CO"/>
          </a:p>
          <a:p>
            <a:pPr marL="342900" indent="-342900">
              <a:buClr>
                <a:srgbClr val="38AA00"/>
              </a:buClr>
              <a:buAutoNum type="arabicPeriod"/>
            </a:pPr>
            <a:r>
              <a:rPr lang="es-CO" sz="1600">
                <a:ea typeface="+mn-lt"/>
                <a:cs typeface="+mn-lt"/>
              </a:rPr>
              <a:t>Plataforma intuitiva </a:t>
            </a:r>
          </a:p>
        </p:txBody>
      </p:sp>
      <p:cxnSp>
        <p:nvCxnSpPr>
          <p:cNvPr id="5" name="Conector recto de flecha 4">
            <a:extLst>
              <a:ext uri="{FF2B5EF4-FFF2-40B4-BE49-F238E27FC236}">
                <a16:creationId xmlns:a16="http://schemas.microsoft.com/office/drawing/2014/main" id="{13B84AE1-7B47-AEDD-326F-302B634C8107}"/>
              </a:ext>
            </a:extLst>
          </p:cNvPr>
          <p:cNvCxnSpPr/>
          <p:nvPr/>
        </p:nvCxnSpPr>
        <p:spPr>
          <a:xfrm>
            <a:off x="6089838" y="1157254"/>
            <a:ext cx="10026" cy="5283868"/>
          </a:xfrm>
          <a:prstGeom prst="straightConnector1">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Conector recto de flecha 5">
            <a:extLst>
              <a:ext uri="{FF2B5EF4-FFF2-40B4-BE49-F238E27FC236}">
                <a16:creationId xmlns:a16="http://schemas.microsoft.com/office/drawing/2014/main" id="{DF3B1AA7-6E39-69A6-B69A-AB9E65BA6CEE}"/>
              </a:ext>
            </a:extLst>
          </p:cNvPr>
          <p:cNvCxnSpPr>
            <a:cxnSpLocks/>
          </p:cNvCxnSpPr>
          <p:nvPr/>
        </p:nvCxnSpPr>
        <p:spPr>
          <a:xfrm flipV="1">
            <a:off x="435100" y="2239529"/>
            <a:ext cx="11339038" cy="4227"/>
          </a:xfrm>
          <a:prstGeom prst="straightConnector1">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CF5C29DE-7B90-80EF-3BF3-B8E9EAA60F85}"/>
              </a:ext>
            </a:extLst>
          </p:cNvPr>
          <p:cNvSpPr txBox="1"/>
          <p:nvPr/>
        </p:nvSpPr>
        <p:spPr>
          <a:xfrm>
            <a:off x="437874" y="1717541"/>
            <a:ext cx="5518437" cy="338554"/>
          </a:xfrm>
          <a:prstGeom prst="rect">
            <a:avLst/>
          </a:prstGeom>
          <a:noFill/>
        </p:spPr>
        <p:txBody>
          <a:bodyPr wrap="square" lIns="91440" tIns="45720" rIns="91440" bIns="45720" rtlCol="0" anchor="t">
            <a:spAutoFit/>
          </a:bodyPr>
          <a:lstStyle/>
          <a:p>
            <a:pPr algn="ctr"/>
            <a:r>
              <a:rPr lang="es-CO" sz="1600" b="1">
                <a:latin typeface="Work Sans Light Roman"/>
              </a:rPr>
              <a:t>UX</a:t>
            </a:r>
            <a:endParaRPr lang="es-ES" b="1">
              <a:ea typeface="Calibri"/>
              <a:cs typeface="Calibri"/>
            </a:endParaRPr>
          </a:p>
        </p:txBody>
      </p:sp>
      <p:sp>
        <p:nvSpPr>
          <p:cNvPr id="11" name="CuadroTexto 10">
            <a:extLst>
              <a:ext uri="{FF2B5EF4-FFF2-40B4-BE49-F238E27FC236}">
                <a16:creationId xmlns:a16="http://schemas.microsoft.com/office/drawing/2014/main" id="{B8D98722-B5BF-CAF0-FCD3-0FC3C1E9B881}"/>
              </a:ext>
            </a:extLst>
          </p:cNvPr>
          <p:cNvSpPr txBox="1"/>
          <p:nvPr/>
        </p:nvSpPr>
        <p:spPr>
          <a:xfrm>
            <a:off x="6377801" y="1717540"/>
            <a:ext cx="5518437" cy="338554"/>
          </a:xfrm>
          <a:prstGeom prst="rect">
            <a:avLst/>
          </a:prstGeom>
          <a:noFill/>
        </p:spPr>
        <p:txBody>
          <a:bodyPr wrap="square" lIns="91440" tIns="45720" rIns="91440" bIns="45720" rtlCol="0" anchor="t">
            <a:spAutoFit/>
          </a:bodyPr>
          <a:lstStyle/>
          <a:p>
            <a:pPr algn="ctr"/>
            <a:r>
              <a:rPr lang="es-CO" sz="1600" b="1">
                <a:latin typeface="Work Sans Light Roman"/>
                <a:ea typeface="+mn-lt"/>
                <a:cs typeface="+mn-lt"/>
              </a:rPr>
              <a:t>Analista</a:t>
            </a:r>
            <a:endParaRPr lang="es-ES">
              <a:latin typeface="Work Sans Light Roman"/>
            </a:endParaRPr>
          </a:p>
        </p:txBody>
      </p:sp>
      <p:sp>
        <p:nvSpPr>
          <p:cNvPr id="7" name="CuadroTexto 6">
            <a:extLst>
              <a:ext uri="{FF2B5EF4-FFF2-40B4-BE49-F238E27FC236}">
                <a16:creationId xmlns:a16="http://schemas.microsoft.com/office/drawing/2014/main" id="{8ACD82F8-CC18-1FCD-E517-6FCE620124AA}"/>
              </a:ext>
            </a:extLst>
          </p:cNvPr>
          <p:cNvSpPr txBox="1"/>
          <p:nvPr/>
        </p:nvSpPr>
        <p:spPr>
          <a:xfrm>
            <a:off x="6380743" y="2534625"/>
            <a:ext cx="5518437" cy="3046988"/>
          </a:xfrm>
          <a:prstGeom prst="rect">
            <a:avLst/>
          </a:prstGeom>
          <a:noFill/>
        </p:spPr>
        <p:txBody>
          <a:bodyPr wrap="square" lIns="91440" tIns="45720" rIns="91440" bIns="45720" rtlCol="0" anchor="t">
            <a:spAutoFit/>
          </a:bodyPr>
          <a:lstStyle/>
          <a:p>
            <a:pPr marL="342900" indent="-342900">
              <a:buClr>
                <a:srgbClr val="38AA00"/>
              </a:buClr>
              <a:buFont typeface="Calibri Light" panose="020F0302020204030204"/>
              <a:buAutoNum type="arabicPeriod"/>
            </a:pPr>
            <a:r>
              <a:rPr lang="es-ES" sz="1600" dirty="0">
                <a:latin typeface="Work Sans Light Roman"/>
              </a:rPr>
              <a:t>Recolectar información suficiente a través de la ingeniería de requerimientos</a:t>
            </a:r>
          </a:p>
          <a:p>
            <a:pPr marL="342900" indent="-342900">
              <a:buClr>
                <a:srgbClr val="38AA00"/>
              </a:buClr>
              <a:buFont typeface="Calibri Light" panose="020F0302020204030204"/>
              <a:buAutoNum type="arabicPeriod"/>
            </a:pPr>
            <a:r>
              <a:rPr lang="es-ES" sz="1600" dirty="0">
                <a:latin typeface="Work Sans Light Roman"/>
              </a:rPr>
              <a:t>Modelar la información recolectada a través de una base de datos relacional de acuerdo con las necesidades identificadas</a:t>
            </a:r>
          </a:p>
          <a:p>
            <a:pPr marL="342900" indent="-342900">
              <a:buClr>
                <a:srgbClr val="38AA00"/>
              </a:buClr>
              <a:buFont typeface="Calibri Light" panose="020F0302020204030204"/>
              <a:buAutoNum type="arabicPeriod"/>
            </a:pPr>
            <a:r>
              <a:rPr lang="es-ES" sz="1600" dirty="0">
                <a:latin typeface="Work Sans Light Roman"/>
              </a:rPr>
              <a:t>Desarrollar la solución a través de una herramienta FRONT y BACK desde el modelo obtenido</a:t>
            </a:r>
          </a:p>
          <a:p>
            <a:pPr marL="342900" indent="-342900">
              <a:buClr>
                <a:srgbClr val="38AA00"/>
              </a:buClr>
              <a:buFont typeface="Calibri Light" panose="020F0302020204030204"/>
              <a:buAutoNum type="arabicPeriod"/>
            </a:pPr>
            <a:r>
              <a:rPr lang="es-ES" sz="1600" dirty="0">
                <a:latin typeface="Work Sans Light Roman"/>
              </a:rPr>
              <a:t>Realizar las pruebas de integridad, funcionalidad, seguridad y de estrés suficientes del sistema desarrollado.</a:t>
            </a:r>
          </a:p>
          <a:p>
            <a:pPr marL="342900" indent="-342900">
              <a:buClr>
                <a:srgbClr val="38AA00"/>
              </a:buClr>
              <a:buFont typeface="Calibri Light" panose="020F0302020204030204"/>
              <a:buAutoNum type="arabicPeriod"/>
            </a:pPr>
            <a:r>
              <a:rPr lang="es-ES" sz="1600" dirty="0">
                <a:latin typeface="Work Sans Light Roman"/>
              </a:rPr>
              <a:t>Documentar el sistema probado y desarrollado.</a:t>
            </a:r>
          </a:p>
          <a:p>
            <a:pPr marL="342900" indent="-342900">
              <a:buClr>
                <a:srgbClr val="38AA00"/>
              </a:buClr>
              <a:buFont typeface="Calibri Light" panose="020F0302020204030204"/>
              <a:buAutoNum type="arabicPeriod"/>
            </a:pPr>
            <a:r>
              <a:rPr lang="es-ES" sz="1600" dirty="0">
                <a:latin typeface="Work Sans Light Roman"/>
              </a:rPr>
              <a:t>Recibir la aceptación final del usuario a través de un acta entrega y aprobación </a:t>
            </a:r>
            <a:endParaRPr lang="es-CO" sz="1600" dirty="0">
              <a:latin typeface="Work Sans Light Roman"/>
            </a:endParaRPr>
          </a:p>
        </p:txBody>
      </p:sp>
      <p:pic>
        <p:nvPicPr>
          <p:cNvPr id="9" name="Imagen 8">
            <a:extLst>
              <a:ext uri="{FF2B5EF4-FFF2-40B4-BE49-F238E27FC236}">
                <a16:creationId xmlns:a16="http://schemas.microsoft.com/office/drawing/2014/main" id="{240CDBCD-0017-445B-31F7-F15E183015CC}"/>
              </a:ext>
            </a:extLst>
          </p:cNvPr>
          <p:cNvPicPr>
            <a:picLocks noChangeAspect="1"/>
          </p:cNvPicPr>
          <p:nvPr/>
        </p:nvPicPr>
        <p:blipFill>
          <a:blip r:embed="rId3"/>
          <a:stretch>
            <a:fillRect/>
          </a:stretch>
        </p:blipFill>
        <p:spPr>
          <a:xfrm>
            <a:off x="9641305" y="5678118"/>
            <a:ext cx="1938011" cy="713188"/>
          </a:xfrm>
          <a:prstGeom prst="rect">
            <a:avLst/>
          </a:prstGeom>
        </p:spPr>
      </p:pic>
    </p:spTree>
    <p:extLst>
      <p:ext uri="{BB962C8B-B14F-4D97-AF65-F5344CB8AC3E}">
        <p14:creationId xmlns:p14="http://schemas.microsoft.com/office/powerpoint/2010/main" val="4057123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EF2AD1B-3B60-98A2-08B3-69B1415F51BE}"/>
              </a:ext>
            </a:extLst>
          </p:cNvPr>
          <p:cNvSpPr txBox="1"/>
          <p:nvPr/>
        </p:nvSpPr>
        <p:spPr>
          <a:xfrm>
            <a:off x="2819400" y="291791"/>
            <a:ext cx="6543907" cy="6001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s-CO" sz="3300" b="1">
                <a:latin typeface="time"/>
              </a:rPr>
              <a:t>METODOLOGÍA UTILIZADA</a:t>
            </a:r>
          </a:p>
        </p:txBody>
      </p:sp>
      <p:sp>
        <p:nvSpPr>
          <p:cNvPr id="10" name="TextBox 9">
            <a:extLst>
              <a:ext uri="{FF2B5EF4-FFF2-40B4-BE49-F238E27FC236}">
                <a16:creationId xmlns:a16="http://schemas.microsoft.com/office/drawing/2014/main" id="{EDC41854-7E21-44AC-F62B-2F6A7E7D8DE1}"/>
              </a:ext>
            </a:extLst>
          </p:cNvPr>
          <p:cNvSpPr txBox="1"/>
          <p:nvPr/>
        </p:nvSpPr>
        <p:spPr>
          <a:xfrm>
            <a:off x="366132" y="1880839"/>
            <a:ext cx="11088029"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CO" sz="2400">
                <a:latin typeface="time"/>
              </a:rPr>
              <a:t>Implementaremos el  modelo en  cascada ya que nos permite </a:t>
            </a:r>
            <a:r>
              <a:rPr lang="es-419" sz="2400">
                <a:latin typeface="time"/>
              </a:rPr>
              <a:t> relacionar cada una de las etapas  con la anterior, para considerar los elementos que debes quitar o añadir en la siguiente fase, teniendo en cuenta que cada fase del proyecto se debe completar antes de avanzar a la siguiente.</a:t>
            </a:r>
            <a:endParaRPr lang="es-419" sz="2400">
              <a:latin typeface="time"/>
              <a:cs typeface="Arial"/>
            </a:endParaRPr>
          </a:p>
        </p:txBody>
      </p:sp>
      <p:pic>
        <p:nvPicPr>
          <p:cNvPr id="12" name="Picture 11" descr="Metodología de Cascada – Mtro. Fernando Arciniega">
            <a:extLst>
              <a:ext uri="{FF2B5EF4-FFF2-40B4-BE49-F238E27FC236}">
                <a16:creationId xmlns:a16="http://schemas.microsoft.com/office/drawing/2014/main" id="{7EE715B5-31F4-C1EE-2099-E3BF04C1C09E}"/>
              </a:ext>
            </a:extLst>
          </p:cNvPr>
          <p:cNvPicPr>
            <a:picLocks noChangeAspect="1"/>
          </p:cNvPicPr>
          <p:nvPr/>
        </p:nvPicPr>
        <p:blipFill>
          <a:blip r:embed="rId4"/>
          <a:stretch>
            <a:fillRect/>
          </a:stretch>
        </p:blipFill>
        <p:spPr>
          <a:xfrm>
            <a:off x="1639230" y="3427410"/>
            <a:ext cx="8430320" cy="3134815"/>
          </a:xfrm>
          <a:prstGeom prst="rect">
            <a:avLst/>
          </a:prstGeom>
        </p:spPr>
      </p:pic>
      <p:pic>
        <p:nvPicPr>
          <p:cNvPr id="2" name="Imagen 1">
            <a:extLst>
              <a:ext uri="{FF2B5EF4-FFF2-40B4-BE49-F238E27FC236}">
                <a16:creationId xmlns:a16="http://schemas.microsoft.com/office/drawing/2014/main" id="{3FAA4CC1-4EA3-B4EA-45A3-C2E1BDC3C929}"/>
              </a:ext>
            </a:extLst>
          </p:cNvPr>
          <p:cNvPicPr>
            <a:picLocks noChangeAspect="1"/>
          </p:cNvPicPr>
          <p:nvPr/>
        </p:nvPicPr>
        <p:blipFill>
          <a:blip r:embed="rId5"/>
          <a:stretch>
            <a:fillRect/>
          </a:stretch>
        </p:blipFill>
        <p:spPr>
          <a:xfrm>
            <a:off x="366132" y="394366"/>
            <a:ext cx="1938011" cy="713188"/>
          </a:xfrm>
          <a:prstGeom prst="rect">
            <a:avLst/>
          </a:prstGeom>
        </p:spPr>
      </p:pic>
    </p:spTree>
    <p:extLst>
      <p:ext uri="{BB962C8B-B14F-4D97-AF65-F5344CB8AC3E}">
        <p14:creationId xmlns:p14="http://schemas.microsoft.com/office/powerpoint/2010/main" val="458058105"/>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95BB55E-A0AF-120D-3F1C-74CBA3C04F3C}"/>
            </a:ext>
          </a:extLst>
        </p:cNvPr>
        <p:cNvGrpSpPr/>
        <p:nvPr/>
      </p:nvGrpSpPr>
      <p:grpSpPr>
        <a:xfrm>
          <a:off x="0" y="0"/>
          <a:ext cx="0" cy="0"/>
          <a:chOff x="0" y="0"/>
          <a:chExt cx="0" cy="0"/>
        </a:xfrm>
      </p:grpSpPr>
      <p:sp>
        <p:nvSpPr>
          <p:cNvPr id="8" name="CuadroTexto 4">
            <a:extLst>
              <a:ext uri="{FF2B5EF4-FFF2-40B4-BE49-F238E27FC236}">
                <a16:creationId xmlns:a16="http://schemas.microsoft.com/office/drawing/2014/main" id="{026FB49B-4FA2-5E79-0CA6-756242526103}"/>
              </a:ext>
            </a:extLst>
          </p:cNvPr>
          <p:cNvSpPr txBox="1"/>
          <p:nvPr/>
        </p:nvSpPr>
        <p:spPr>
          <a:xfrm>
            <a:off x="995422" y="2551837"/>
            <a:ext cx="6453678" cy="923330"/>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5400" b="1">
                <a:solidFill>
                  <a:prstClr val="black">
                    <a:lumMod val="75000"/>
                    <a:lumOff val="25000"/>
                  </a:prstClr>
                </a:solidFill>
                <a:latin typeface="Work Sans Bold Roman"/>
              </a:rPr>
              <a:t>Metodología</a:t>
            </a:r>
          </a:p>
        </p:txBody>
      </p:sp>
      <p:sp>
        <p:nvSpPr>
          <p:cNvPr id="9" name="CuadroTexto 7">
            <a:extLst>
              <a:ext uri="{FF2B5EF4-FFF2-40B4-BE49-F238E27FC236}">
                <a16:creationId xmlns:a16="http://schemas.microsoft.com/office/drawing/2014/main" id="{2A5B7BAF-923C-71D0-8EC3-E1FF9DD03EE7}"/>
              </a:ext>
            </a:extLst>
          </p:cNvPr>
          <p:cNvSpPr txBox="1"/>
          <p:nvPr/>
        </p:nvSpPr>
        <p:spPr>
          <a:xfrm>
            <a:off x="991243" y="3469376"/>
            <a:ext cx="10093711" cy="1015663"/>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2000">
                <a:ea typeface="+mn-lt"/>
                <a:cs typeface="+mn-lt"/>
              </a:rPr>
              <a:t>1- Listado de requisitos</a:t>
            </a:r>
            <a:endParaRPr lang="en-US" sz="2000">
              <a:ea typeface="+mn-lt"/>
              <a:cs typeface="+mn-lt"/>
            </a:endParaRPr>
          </a:p>
          <a:p>
            <a:r>
              <a:rPr lang="es-CO" sz="2000">
                <a:ea typeface="+mn-lt"/>
                <a:cs typeface="+mn-lt"/>
              </a:rPr>
              <a:t>2- Diagramas estructurales de datos (casos de uso, MER, MR)</a:t>
            </a:r>
            <a:endParaRPr lang="en-US" sz="2000">
              <a:ea typeface="+mn-lt"/>
              <a:cs typeface="+mn-lt"/>
            </a:endParaRPr>
          </a:p>
          <a:p>
            <a:r>
              <a:rPr lang="es-CO" sz="2000">
                <a:ea typeface="+mn-lt"/>
                <a:cs typeface="+mn-lt"/>
              </a:rPr>
              <a:t>3- Nuevo esquema de procesos con la solución implementada</a:t>
            </a:r>
            <a:endParaRPr lang="es-ES">
              <a:ea typeface="+mn-lt"/>
              <a:cs typeface="+mn-lt"/>
            </a:endParaRPr>
          </a:p>
        </p:txBody>
      </p:sp>
      <p:pic>
        <p:nvPicPr>
          <p:cNvPr id="3" name="Imagen 2">
            <a:extLst>
              <a:ext uri="{FF2B5EF4-FFF2-40B4-BE49-F238E27FC236}">
                <a16:creationId xmlns:a16="http://schemas.microsoft.com/office/drawing/2014/main" id="{E6C65D53-3E98-2F69-D0AB-B09B6FC2DEA9}"/>
              </a:ext>
            </a:extLst>
          </p:cNvPr>
          <p:cNvPicPr>
            <a:picLocks noChangeAspect="1"/>
          </p:cNvPicPr>
          <p:nvPr/>
        </p:nvPicPr>
        <p:blipFill>
          <a:blip r:embed="rId4"/>
          <a:stretch>
            <a:fillRect/>
          </a:stretch>
        </p:blipFill>
        <p:spPr>
          <a:xfrm>
            <a:off x="9146943" y="5045984"/>
            <a:ext cx="1938011" cy="713188"/>
          </a:xfrm>
          <a:prstGeom prst="rect">
            <a:avLst/>
          </a:prstGeom>
        </p:spPr>
      </p:pic>
    </p:spTree>
    <p:extLst>
      <p:ext uri="{BB962C8B-B14F-4D97-AF65-F5344CB8AC3E}">
        <p14:creationId xmlns:p14="http://schemas.microsoft.com/office/powerpoint/2010/main" val="610365739"/>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65FAC17-3EAA-A7D1-E01F-43D57F224E4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96AAF15-62AE-D158-4821-37D11116594A}"/>
              </a:ext>
            </a:extLst>
          </p:cNvPr>
          <p:cNvSpPr txBox="1">
            <a:spLocks/>
          </p:cNvSpPr>
          <p:nvPr/>
        </p:nvSpPr>
        <p:spPr>
          <a:xfrm>
            <a:off x="456236" y="416689"/>
            <a:ext cx="9815809" cy="741563"/>
          </a:xfrm>
          <a:prstGeom prst="rect">
            <a:avLst/>
          </a:prstGeom>
          <a:ln>
            <a:noFill/>
          </a:ln>
        </p:spPr>
        <p:txBody>
          <a:bodyPr/>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a:ln>
                  <a:noFill/>
                </a:ln>
                <a:effectLst/>
                <a:uLnTx/>
                <a:uFillTx/>
                <a:latin typeface="WORK SANS BOLD ROMAN" pitchFamily="2" charset="77"/>
              </a:rPr>
              <a:t>Metodología</a:t>
            </a:r>
            <a:endParaRPr kumimoji="0" lang="es-CO" sz="3600" b="1" u="none" strike="noStrike" kern="1200" cap="none" spc="0" normalizeH="0" baseline="0" noProof="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211785BB-89BE-758F-F7EE-06B2FCBD1B23}"/>
              </a:ext>
            </a:extLst>
          </p:cNvPr>
          <p:cNvSpPr txBox="1"/>
          <p:nvPr/>
        </p:nvSpPr>
        <p:spPr>
          <a:xfrm>
            <a:off x="456236" y="946054"/>
            <a:ext cx="5518437" cy="584775"/>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1600">
                <a:latin typeface="Work Sans Light Roman"/>
              </a:rPr>
              <a:t>Especificar:</a:t>
            </a:r>
          </a:p>
          <a:p>
            <a:r>
              <a:rPr lang="es-CO" sz="1600">
                <a:latin typeface="Work Sans Light Roman"/>
              </a:rPr>
              <a:t>2- Diagramas estructurales de datos (casos de uso, MER, MR)</a:t>
            </a:r>
          </a:p>
        </p:txBody>
      </p:sp>
      <p:cxnSp>
        <p:nvCxnSpPr>
          <p:cNvPr id="4" name="Straight Arrow Connector 3">
            <a:extLst>
              <a:ext uri="{FF2B5EF4-FFF2-40B4-BE49-F238E27FC236}">
                <a16:creationId xmlns:a16="http://schemas.microsoft.com/office/drawing/2014/main" id="{3BF2FFE3-171A-1DBF-F7D3-6A22DA3391B1}"/>
              </a:ext>
            </a:extLst>
          </p:cNvPr>
          <p:cNvCxnSpPr>
            <a:cxnSpLocks/>
          </p:cNvCxnSpPr>
          <p:nvPr/>
        </p:nvCxnSpPr>
        <p:spPr>
          <a:xfrm flipV="1">
            <a:off x="461846" y="2215143"/>
            <a:ext cx="11421170" cy="9060"/>
          </a:xfrm>
          <a:prstGeom prst="straightConnector1">
            <a:avLst/>
          </a:prstGeom>
        </p:spPr>
        <p:style>
          <a:lnRef idx="1">
            <a:schemeClr val="dk1"/>
          </a:lnRef>
          <a:fillRef idx="0">
            <a:schemeClr val="dk1"/>
          </a:fillRef>
          <a:effectRef idx="0">
            <a:schemeClr val="dk1"/>
          </a:effectRef>
          <a:fontRef idx="minor">
            <a:schemeClr val="tx1"/>
          </a:fontRef>
        </p:style>
      </p:cxnSp>
      <p:sp>
        <p:nvSpPr>
          <p:cNvPr id="5" name="CuadroTexto 2">
            <a:extLst>
              <a:ext uri="{FF2B5EF4-FFF2-40B4-BE49-F238E27FC236}">
                <a16:creationId xmlns:a16="http://schemas.microsoft.com/office/drawing/2014/main" id="{2DB21563-97FF-4FFF-7229-9B0B253D58BE}"/>
              </a:ext>
            </a:extLst>
          </p:cNvPr>
          <p:cNvSpPr txBox="1"/>
          <p:nvPr/>
        </p:nvSpPr>
        <p:spPr>
          <a:xfrm>
            <a:off x="3048894" y="1884614"/>
            <a:ext cx="5518437" cy="338554"/>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CO" sz="1600">
                <a:latin typeface="Work Sans Light Roman"/>
              </a:rPr>
              <a:t>Casos de uso</a:t>
            </a:r>
          </a:p>
        </p:txBody>
      </p:sp>
      <p:pic>
        <p:nvPicPr>
          <p:cNvPr id="6" name="Graphic 4">
            <a:extLst>
              <a:ext uri="{FF2B5EF4-FFF2-40B4-BE49-F238E27FC236}">
                <a16:creationId xmlns:a16="http://schemas.microsoft.com/office/drawing/2014/main" id="{357D348E-2B88-C01E-BE2B-11F5AF7F01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549" y="2216329"/>
            <a:ext cx="11355658" cy="4116496"/>
          </a:xfrm>
          <a:prstGeom prst="rect">
            <a:avLst/>
          </a:prstGeom>
        </p:spPr>
      </p:pic>
      <p:pic>
        <p:nvPicPr>
          <p:cNvPr id="7" name="Imagen 6">
            <a:extLst>
              <a:ext uri="{FF2B5EF4-FFF2-40B4-BE49-F238E27FC236}">
                <a16:creationId xmlns:a16="http://schemas.microsoft.com/office/drawing/2014/main" id="{F97C293B-F461-1738-200A-84B2BA3EF27A}"/>
              </a:ext>
            </a:extLst>
          </p:cNvPr>
          <p:cNvPicPr>
            <a:picLocks noChangeAspect="1"/>
          </p:cNvPicPr>
          <p:nvPr/>
        </p:nvPicPr>
        <p:blipFill>
          <a:blip r:embed="rId4"/>
          <a:stretch>
            <a:fillRect/>
          </a:stretch>
        </p:blipFill>
        <p:spPr>
          <a:xfrm>
            <a:off x="8863424" y="320764"/>
            <a:ext cx="1938011" cy="713188"/>
          </a:xfrm>
          <a:prstGeom prst="rect">
            <a:avLst/>
          </a:prstGeom>
        </p:spPr>
      </p:pic>
    </p:spTree>
    <p:extLst>
      <p:ext uri="{BB962C8B-B14F-4D97-AF65-F5344CB8AC3E}">
        <p14:creationId xmlns:p14="http://schemas.microsoft.com/office/powerpoint/2010/main" val="1185904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9913083-C3D8-321B-8D02-F89A3AD22A80}"/>
            </a:ext>
          </a:extLst>
        </p:cNvPr>
        <p:cNvGrpSpPr/>
        <p:nvPr/>
      </p:nvGrpSpPr>
      <p:grpSpPr>
        <a:xfrm>
          <a:off x="0" y="0"/>
          <a:ext cx="0" cy="0"/>
          <a:chOff x="0" y="0"/>
          <a:chExt cx="0" cy="0"/>
        </a:xfrm>
      </p:grpSpPr>
      <p:sp>
        <p:nvSpPr>
          <p:cNvPr id="12" name="Título 1">
            <a:extLst>
              <a:ext uri="{FF2B5EF4-FFF2-40B4-BE49-F238E27FC236}">
                <a16:creationId xmlns:a16="http://schemas.microsoft.com/office/drawing/2014/main" id="{4CCF93A4-BC9F-B517-1A1E-E60DE2626D3F}"/>
              </a:ext>
            </a:extLst>
          </p:cNvPr>
          <p:cNvSpPr txBox="1">
            <a:spLocks/>
          </p:cNvSpPr>
          <p:nvPr/>
        </p:nvSpPr>
        <p:spPr>
          <a:xfrm>
            <a:off x="456236" y="416689"/>
            <a:ext cx="9815809" cy="741563"/>
          </a:xfrm>
          <a:prstGeom prst="rect">
            <a:avLst/>
          </a:prstGeom>
          <a:ln>
            <a:noFill/>
          </a:ln>
        </p:spPr>
        <p:txBody>
          <a:bodyPr/>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a:ln>
                  <a:noFill/>
                </a:ln>
                <a:effectLst/>
                <a:uLnTx/>
                <a:uFillTx/>
                <a:latin typeface="WORK SANS BOLD ROMAN" pitchFamily="2" charset="77"/>
              </a:rPr>
              <a:t>Metodología</a:t>
            </a:r>
            <a:endParaRPr kumimoji="0" lang="es-CO" sz="3600" b="1" u="none" strike="noStrike" kern="1200" cap="none" spc="0" normalizeH="0" baseline="0" noProof="0">
              <a:ln>
                <a:noFill/>
              </a:ln>
              <a:effectLst/>
              <a:uLnTx/>
              <a:uFillTx/>
              <a:latin typeface="WORK SANS BOLD ROMAN" pitchFamily="2" charset="77"/>
            </a:endParaRPr>
          </a:p>
        </p:txBody>
      </p:sp>
      <p:sp>
        <p:nvSpPr>
          <p:cNvPr id="13" name="CuadroTexto 2">
            <a:extLst>
              <a:ext uri="{FF2B5EF4-FFF2-40B4-BE49-F238E27FC236}">
                <a16:creationId xmlns:a16="http://schemas.microsoft.com/office/drawing/2014/main" id="{B3CC59AA-E274-94BE-82D6-A62F099C3218}"/>
              </a:ext>
            </a:extLst>
          </p:cNvPr>
          <p:cNvSpPr txBox="1"/>
          <p:nvPr/>
        </p:nvSpPr>
        <p:spPr>
          <a:xfrm>
            <a:off x="456236" y="946054"/>
            <a:ext cx="9189891" cy="584775"/>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1600">
                <a:latin typeface="Work Sans Light Roman"/>
              </a:rPr>
              <a:t>Especificar:</a:t>
            </a:r>
          </a:p>
          <a:p>
            <a:r>
              <a:rPr lang="es-CO" sz="1600">
                <a:latin typeface="Work Sans Light Roman"/>
              </a:rPr>
              <a:t>2- Diagramas estructurales de datos (casos de uso, MER, MR)</a:t>
            </a:r>
            <a:endParaRPr lang="es-CO">
              <a:latin typeface="Calibri"/>
              <a:ea typeface="Calibri"/>
              <a:cs typeface="Calibri"/>
            </a:endParaRPr>
          </a:p>
        </p:txBody>
      </p:sp>
      <p:cxnSp>
        <p:nvCxnSpPr>
          <p:cNvPr id="14" name="Straight Arrow Connector 13">
            <a:extLst>
              <a:ext uri="{FF2B5EF4-FFF2-40B4-BE49-F238E27FC236}">
                <a16:creationId xmlns:a16="http://schemas.microsoft.com/office/drawing/2014/main" id="{D0DFBEC9-7C8F-C6E4-A1B4-22BE5BCEB320}"/>
              </a:ext>
            </a:extLst>
          </p:cNvPr>
          <p:cNvCxnSpPr>
            <a:cxnSpLocks/>
          </p:cNvCxnSpPr>
          <p:nvPr/>
        </p:nvCxnSpPr>
        <p:spPr>
          <a:xfrm flipV="1">
            <a:off x="461846" y="2105164"/>
            <a:ext cx="11421170" cy="9060"/>
          </a:xfrm>
          <a:prstGeom prst="straightConnector1">
            <a:avLst/>
          </a:prstGeom>
        </p:spPr>
        <p:style>
          <a:lnRef idx="1">
            <a:schemeClr val="dk1"/>
          </a:lnRef>
          <a:fillRef idx="0">
            <a:schemeClr val="dk1"/>
          </a:fillRef>
          <a:effectRef idx="0">
            <a:schemeClr val="dk1"/>
          </a:effectRef>
          <a:fontRef idx="minor">
            <a:schemeClr val="tx1"/>
          </a:fontRef>
        </p:style>
      </p:cxnSp>
      <p:sp>
        <p:nvSpPr>
          <p:cNvPr id="15" name="CuadroTexto 2">
            <a:extLst>
              <a:ext uri="{FF2B5EF4-FFF2-40B4-BE49-F238E27FC236}">
                <a16:creationId xmlns:a16="http://schemas.microsoft.com/office/drawing/2014/main" id="{BD0FC246-8899-2156-9D05-081E59E133F2}"/>
              </a:ext>
            </a:extLst>
          </p:cNvPr>
          <p:cNvSpPr txBox="1"/>
          <p:nvPr/>
        </p:nvSpPr>
        <p:spPr>
          <a:xfrm>
            <a:off x="3230494" y="1799405"/>
            <a:ext cx="5518437" cy="338554"/>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CO" sz="1600">
                <a:latin typeface="Work Sans Light Roman"/>
              </a:rPr>
              <a:t>MER</a:t>
            </a:r>
          </a:p>
        </p:txBody>
      </p:sp>
      <p:pic>
        <p:nvPicPr>
          <p:cNvPr id="16" name="Graphic 8">
            <a:extLst>
              <a:ext uri="{FF2B5EF4-FFF2-40B4-BE49-F238E27FC236}">
                <a16:creationId xmlns:a16="http://schemas.microsoft.com/office/drawing/2014/main" id="{8DD008C7-1B66-F87F-7262-5F99055DD3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2000" y="2162189"/>
            <a:ext cx="10082559" cy="4057621"/>
          </a:xfrm>
          <a:prstGeom prst="rect">
            <a:avLst/>
          </a:prstGeom>
        </p:spPr>
      </p:pic>
      <p:pic>
        <p:nvPicPr>
          <p:cNvPr id="2" name="Imagen 1">
            <a:extLst>
              <a:ext uri="{FF2B5EF4-FFF2-40B4-BE49-F238E27FC236}">
                <a16:creationId xmlns:a16="http://schemas.microsoft.com/office/drawing/2014/main" id="{22E47882-2F10-9B8C-590D-70893631E9BF}"/>
              </a:ext>
            </a:extLst>
          </p:cNvPr>
          <p:cNvPicPr>
            <a:picLocks noChangeAspect="1"/>
          </p:cNvPicPr>
          <p:nvPr/>
        </p:nvPicPr>
        <p:blipFill>
          <a:blip r:embed="rId4"/>
          <a:stretch>
            <a:fillRect/>
          </a:stretch>
        </p:blipFill>
        <p:spPr>
          <a:xfrm>
            <a:off x="8990081" y="232866"/>
            <a:ext cx="1938011" cy="713188"/>
          </a:xfrm>
          <a:prstGeom prst="rect">
            <a:avLst/>
          </a:prstGeom>
        </p:spPr>
      </p:pic>
    </p:spTree>
    <p:extLst>
      <p:ext uri="{BB962C8B-B14F-4D97-AF65-F5344CB8AC3E}">
        <p14:creationId xmlns:p14="http://schemas.microsoft.com/office/powerpoint/2010/main" val="27198767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8DE0E0-C653-3366-F271-920F6619947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87844E8-D7DB-2A1E-825C-97EE78DEB577}"/>
              </a:ext>
            </a:extLst>
          </p:cNvPr>
          <p:cNvSpPr txBox="1">
            <a:spLocks/>
          </p:cNvSpPr>
          <p:nvPr/>
        </p:nvSpPr>
        <p:spPr>
          <a:xfrm>
            <a:off x="456236" y="416689"/>
            <a:ext cx="9815809" cy="741563"/>
          </a:xfrm>
          <a:prstGeom prst="rect">
            <a:avLst/>
          </a:prstGeom>
          <a:ln>
            <a:noFill/>
          </a:ln>
        </p:spPr>
        <p:txBody>
          <a:bodyPr/>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a:ln>
                  <a:noFill/>
                </a:ln>
                <a:effectLst/>
                <a:uLnTx/>
                <a:uFillTx/>
                <a:latin typeface="WORK SANS BOLD ROMAN" pitchFamily="2" charset="77"/>
              </a:rPr>
              <a:t>Metodología</a:t>
            </a:r>
            <a:endParaRPr kumimoji="0" lang="es-CO" sz="3600" b="1" u="none" strike="noStrike" kern="1200" cap="none" spc="0" normalizeH="0" baseline="0" noProof="0">
              <a:ln>
                <a:noFill/>
              </a:ln>
              <a:effectLst/>
              <a:uLnTx/>
              <a:uFillTx/>
              <a:latin typeface="WORK SANS BOLD ROMAN" pitchFamily="2" charset="77"/>
            </a:endParaRPr>
          </a:p>
        </p:txBody>
      </p:sp>
      <p:sp>
        <p:nvSpPr>
          <p:cNvPr id="3" name="CuadroTexto 2">
            <a:extLst>
              <a:ext uri="{FF2B5EF4-FFF2-40B4-BE49-F238E27FC236}">
                <a16:creationId xmlns:a16="http://schemas.microsoft.com/office/drawing/2014/main" id="{6B743D65-7718-8820-343A-AA1A2DC493DA}"/>
              </a:ext>
            </a:extLst>
          </p:cNvPr>
          <p:cNvSpPr txBox="1"/>
          <p:nvPr/>
        </p:nvSpPr>
        <p:spPr>
          <a:xfrm>
            <a:off x="456236" y="946054"/>
            <a:ext cx="10630764" cy="584775"/>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1600">
                <a:latin typeface="Work Sans Light Roman"/>
              </a:rPr>
              <a:t>Especificar:</a:t>
            </a:r>
          </a:p>
          <a:p>
            <a:r>
              <a:rPr lang="es-CO" sz="1600">
                <a:latin typeface="Work Sans Light Roman"/>
              </a:rPr>
              <a:t>2- Diagramas estructurales de datos (casos de uso, MER, MR) </a:t>
            </a:r>
            <a:endParaRPr lang="es-CO"/>
          </a:p>
        </p:txBody>
      </p:sp>
      <p:sp>
        <p:nvSpPr>
          <p:cNvPr id="4" name="CuadroTexto 2">
            <a:extLst>
              <a:ext uri="{FF2B5EF4-FFF2-40B4-BE49-F238E27FC236}">
                <a16:creationId xmlns:a16="http://schemas.microsoft.com/office/drawing/2014/main" id="{D79C24E2-89C7-3A00-3A10-23D1B7A890A2}"/>
              </a:ext>
            </a:extLst>
          </p:cNvPr>
          <p:cNvSpPr txBox="1"/>
          <p:nvPr/>
        </p:nvSpPr>
        <p:spPr>
          <a:xfrm>
            <a:off x="3226283" y="1798506"/>
            <a:ext cx="5518437" cy="338554"/>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CO" sz="1600">
                <a:latin typeface="Work Sans Light Roman"/>
              </a:rPr>
              <a:t>MR</a:t>
            </a:r>
          </a:p>
        </p:txBody>
      </p:sp>
      <p:cxnSp>
        <p:nvCxnSpPr>
          <p:cNvPr id="5" name="Straight Arrow Connector 4">
            <a:extLst>
              <a:ext uri="{FF2B5EF4-FFF2-40B4-BE49-F238E27FC236}">
                <a16:creationId xmlns:a16="http://schemas.microsoft.com/office/drawing/2014/main" id="{785107CF-307A-D7DA-2E43-43833B6F26E2}"/>
              </a:ext>
            </a:extLst>
          </p:cNvPr>
          <p:cNvCxnSpPr>
            <a:cxnSpLocks/>
          </p:cNvCxnSpPr>
          <p:nvPr/>
        </p:nvCxnSpPr>
        <p:spPr>
          <a:xfrm flipV="1">
            <a:off x="461846" y="2133863"/>
            <a:ext cx="11421170" cy="9060"/>
          </a:xfrm>
          <a:prstGeom prst="straightConnector1">
            <a:avLst/>
          </a:prstGeom>
        </p:spPr>
        <p:style>
          <a:lnRef idx="1">
            <a:schemeClr val="dk1"/>
          </a:lnRef>
          <a:fillRef idx="0">
            <a:schemeClr val="dk1"/>
          </a:fillRef>
          <a:effectRef idx="0">
            <a:schemeClr val="dk1"/>
          </a:effectRef>
          <a:fontRef idx="minor">
            <a:schemeClr val="tx1"/>
          </a:fontRef>
        </p:style>
      </p:cxnSp>
      <p:pic>
        <p:nvPicPr>
          <p:cNvPr id="6" name="Graphic 3">
            <a:extLst>
              <a:ext uri="{FF2B5EF4-FFF2-40B4-BE49-F238E27FC236}">
                <a16:creationId xmlns:a16="http://schemas.microsoft.com/office/drawing/2014/main" id="{05A79F7A-FD52-58C2-7CA3-199B1F9DBD7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0858" y="2134952"/>
            <a:ext cx="8828101" cy="4722456"/>
          </a:xfrm>
          <a:prstGeom prst="rect">
            <a:avLst/>
          </a:prstGeom>
        </p:spPr>
      </p:pic>
      <p:pic>
        <p:nvPicPr>
          <p:cNvPr id="7" name="Imagen 6">
            <a:extLst>
              <a:ext uri="{FF2B5EF4-FFF2-40B4-BE49-F238E27FC236}">
                <a16:creationId xmlns:a16="http://schemas.microsoft.com/office/drawing/2014/main" id="{D618124C-D57C-C2A2-D9E8-694F3A0576DC}"/>
              </a:ext>
            </a:extLst>
          </p:cNvPr>
          <p:cNvPicPr>
            <a:picLocks noChangeAspect="1"/>
          </p:cNvPicPr>
          <p:nvPr/>
        </p:nvPicPr>
        <p:blipFill>
          <a:blip r:embed="rId4"/>
          <a:stretch>
            <a:fillRect/>
          </a:stretch>
        </p:blipFill>
        <p:spPr>
          <a:xfrm>
            <a:off x="8744720" y="232866"/>
            <a:ext cx="1938011" cy="713188"/>
          </a:xfrm>
          <a:prstGeom prst="rect">
            <a:avLst/>
          </a:prstGeom>
        </p:spPr>
      </p:pic>
    </p:spTree>
    <p:extLst>
      <p:ext uri="{BB962C8B-B14F-4D97-AF65-F5344CB8AC3E}">
        <p14:creationId xmlns:p14="http://schemas.microsoft.com/office/powerpoint/2010/main" val="24282409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39CB13-6F57-FD88-4120-88E5A60CB390}"/>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B13804DA-B92F-713C-5A25-89277F00ED45}"/>
              </a:ext>
            </a:extLst>
          </p:cNvPr>
          <p:cNvSpPr txBox="1">
            <a:spLocks/>
          </p:cNvSpPr>
          <p:nvPr/>
        </p:nvSpPr>
        <p:spPr>
          <a:xfrm>
            <a:off x="456236" y="416689"/>
            <a:ext cx="9815809" cy="741563"/>
          </a:xfrm>
          <a:prstGeom prst="rect">
            <a:avLst/>
          </a:prstGeom>
          <a:ln>
            <a:noFill/>
          </a:ln>
        </p:spPr>
        <p:txBody>
          <a:bodyPr/>
          <a:lstStyle>
            <a:defPPr>
              <a:defRPr lang="es-CO"/>
            </a:defPPr>
            <a:lvl1pPr marL="0" algn="l" defTabSz="914400" rtl="0" eaLnBrk="1" latinLnBrk="0" hangingPunct="1">
              <a:lnSpc>
                <a:spcPct val="90000"/>
              </a:lnSpc>
              <a:spcBef>
                <a:spcPct val="0"/>
              </a:spcBef>
              <a:buNone/>
              <a:defRPr sz="4400" kern="1200">
                <a:solidFill>
                  <a:schemeClr val="tx1"/>
                </a:solidFill>
                <a:latin typeface="+mj-lt"/>
                <a:ea typeface="+mj-ea"/>
                <a:cs typeface="+mj-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ES" sz="3600" b="1" u="none" strike="noStrike" kern="1200" cap="none" spc="0" normalizeH="0" baseline="0" noProof="0">
                <a:ln>
                  <a:noFill/>
                </a:ln>
                <a:effectLst/>
                <a:uLnTx/>
                <a:uFillTx/>
                <a:latin typeface="WORK SANS BOLD ROMAN" pitchFamily="2" charset="77"/>
              </a:rPr>
              <a:t>Metodología</a:t>
            </a:r>
            <a:endParaRPr kumimoji="0" lang="es-CO" sz="3600" b="1" u="none" strike="noStrike" kern="1200" cap="none" spc="0" normalizeH="0" baseline="0" noProof="0">
              <a:ln>
                <a:noFill/>
              </a:ln>
              <a:effectLst/>
              <a:uLnTx/>
              <a:uFillTx/>
              <a:latin typeface="WORK SANS BOLD ROMAN" pitchFamily="2" charset="77"/>
            </a:endParaRPr>
          </a:p>
        </p:txBody>
      </p:sp>
      <p:sp>
        <p:nvSpPr>
          <p:cNvPr id="8" name="CuadroTexto 2">
            <a:extLst>
              <a:ext uri="{FF2B5EF4-FFF2-40B4-BE49-F238E27FC236}">
                <a16:creationId xmlns:a16="http://schemas.microsoft.com/office/drawing/2014/main" id="{5324DA40-1ABE-073F-6C9F-5CD14F82F50E}"/>
              </a:ext>
            </a:extLst>
          </p:cNvPr>
          <p:cNvSpPr txBox="1"/>
          <p:nvPr/>
        </p:nvSpPr>
        <p:spPr>
          <a:xfrm>
            <a:off x="456236" y="946054"/>
            <a:ext cx="5013457" cy="553998"/>
          </a:xfrm>
          <a:prstGeom prst="rect">
            <a:avLst/>
          </a:prstGeom>
          <a:noFill/>
        </p:spPr>
        <p:txBody>
          <a:bodyPr wrap="square" lIns="91440" tIns="45720" rIns="91440" bIns="45720" rtlCol="0" anchor="t">
            <a:spAutoFit/>
          </a:bodyPr>
          <a:ls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CO" sz="1600">
                <a:latin typeface="Work Sans Light Roman"/>
              </a:rPr>
              <a:t>Especificar:</a:t>
            </a:r>
            <a:endParaRPr lang="es-CO" sz="1100">
              <a:latin typeface="Work Sans Light Roman"/>
            </a:endParaRPr>
          </a:p>
          <a:p>
            <a:r>
              <a:rPr lang="en-US" sz="1400">
                <a:latin typeface="Calibri"/>
                <a:ea typeface="Calibri"/>
                <a:cs typeface="Calibri"/>
              </a:rPr>
              <a:t>3 - Nuevo </a:t>
            </a:r>
            <a:r>
              <a:rPr lang="en-US" sz="1400" err="1">
                <a:latin typeface="Calibri"/>
                <a:ea typeface="Calibri"/>
                <a:cs typeface="Calibri"/>
              </a:rPr>
              <a:t>esquema</a:t>
            </a:r>
            <a:r>
              <a:rPr lang="en-US" sz="1400">
                <a:latin typeface="Calibri"/>
                <a:ea typeface="Calibri"/>
                <a:cs typeface="Calibri"/>
              </a:rPr>
              <a:t> de </a:t>
            </a:r>
            <a:r>
              <a:rPr lang="en-US" sz="1400" err="1">
                <a:latin typeface="Calibri"/>
                <a:ea typeface="Calibri"/>
                <a:cs typeface="Calibri"/>
              </a:rPr>
              <a:t>procesos</a:t>
            </a:r>
            <a:r>
              <a:rPr lang="en-US" sz="1400">
                <a:latin typeface="Calibri"/>
                <a:ea typeface="Calibri"/>
                <a:cs typeface="Calibri"/>
              </a:rPr>
              <a:t> con la </a:t>
            </a:r>
            <a:r>
              <a:rPr lang="en-US" sz="1400" err="1">
                <a:latin typeface="Calibri"/>
                <a:ea typeface="Calibri"/>
                <a:cs typeface="Calibri"/>
              </a:rPr>
              <a:t>solución</a:t>
            </a:r>
            <a:r>
              <a:rPr lang="en-US" sz="1400">
                <a:latin typeface="Calibri"/>
                <a:ea typeface="Calibri"/>
                <a:cs typeface="Calibri"/>
              </a:rPr>
              <a:t> </a:t>
            </a:r>
            <a:r>
              <a:rPr lang="en-US" sz="1400" err="1">
                <a:latin typeface="Calibri"/>
                <a:ea typeface="Calibri"/>
                <a:cs typeface="Calibri"/>
              </a:rPr>
              <a:t>implementada</a:t>
            </a:r>
            <a:endParaRPr lang="es-CO" sz="1400">
              <a:ea typeface="Calibri" panose="020F0502020204030204"/>
              <a:cs typeface="Calibri" panose="020F0502020204030204"/>
            </a:endParaRPr>
          </a:p>
        </p:txBody>
      </p:sp>
      <p:pic>
        <p:nvPicPr>
          <p:cNvPr id="9" name="Graphic 7">
            <a:extLst>
              <a:ext uri="{FF2B5EF4-FFF2-40B4-BE49-F238E27FC236}">
                <a16:creationId xmlns:a16="http://schemas.microsoft.com/office/drawing/2014/main" id="{A5A38BA6-D251-92F7-3780-48E0980745F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3333" y="1917470"/>
            <a:ext cx="5382605" cy="3356263"/>
          </a:xfrm>
          <a:prstGeom prst="rect">
            <a:avLst/>
          </a:prstGeom>
        </p:spPr>
      </p:pic>
      <p:pic>
        <p:nvPicPr>
          <p:cNvPr id="10" name="Graphic 9">
            <a:extLst>
              <a:ext uri="{FF2B5EF4-FFF2-40B4-BE49-F238E27FC236}">
                <a16:creationId xmlns:a16="http://schemas.microsoft.com/office/drawing/2014/main" id="{598B1D5F-5A9F-7CC8-789A-F371ABE1021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3492" y="3303594"/>
            <a:ext cx="5926286" cy="2979159"/>
          </a:xfrm>
          <a:prstGeom prst="rect">
            <a:avLst/>
          </a:prstGeom>
        </p:spPr>
      </p:pic>
      <p:pic>
        <p:nvPicPr>
          <p:cNvPr id="11" name="Graphic 11">
            <a:extLst>
              <a:ext uri="{FF2B5EF4-FFF2-40B4-BE49-F238E27FC236}">
                <a16:creationId xmlns:a16="http://schemas.microsoft.com/office/drawing/2014/main" id="{0BED7048-E266-29AD-7F4A-5BC1115DDE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7877" y="509695"/>
            <a:ext cx="6277979" cy="2795026"/>
          </a:xfrm>
          <a:prstGeom prst="rect">
            <a:avLst/>
          </a:prstGeom>
        </p:spPr>
      </p:pic>
      <p:pic>
        <p:nvPicPr>
          <p:cNvPr id="2" name="Imagen 1">
            <a:extLst>
              <a:ext uri="{FF2B5EF4-FFF2-40B4-BE49-F238E27FC236}">
                <a16:creationId xmlns:a16="http://schemas.microsoft.com/office/drawing/2014/main" id="{BE32C48F-AA2E-0B8D-1620-1A6D83510FC7}"/>
              </a:ext>
            </a:extLst>
          </p:cNvPr>
          <p:cNvPicPr>
            <a:picLocks noChangeAspect="1"/>
          </p:cNvPicPr>
          <p:nvPr/>
        </p:nvPicPr>
        <p:blipFill>
          <a:blip r:embed="rId6"/>
          <a:stretch>
            <a:fillRect/>
          </a:stretch>
        </p:blipFill>
        <p:spPr>
          <a:xfrm>
            <a:off x="456236" y="5555352"/>
            <a:ext cx="1938011" cy="713188"/>
          </a:xfrm>
          <a:prstGeom prst="rect">
            <a:avLst/>
          </a:prstGeom>
        </p:spPr>
      </p:pic>
    </p:spTree>
    <p:extLst>
      <p:ext uri="{BB962C8B-B14F-4D97-AF65-F5344CB8AC3E}">
        <p14:creationId xmlns:p14="http://schemas.microsoft.com/office/powerpoint/2010/main" val="2661649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BB6F714C-A6B0-54AE-507A-D0700714D94B}"/>
              </a:ext>
            </a:extLst>
          </p:cNvPr>
          <p:cNvSpPr txBox="1">
            <a:spLocks/>
          </p:cNvSpPr>
          <p:nvPr/>
        </p:nvSpPr>
        <p:spPr>
          <a:xfrm>
            <a:off x="456236" y="416690"/>
            <a:ext cx="9815809" cy="52787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3600" b="1" u="none" strike="noStrike" kern="1200" cap="none" spc="0" normalizeH="0" baseline="0" noProof="0">
                <a:ln>
                  <a:noFill/>
                </a:ln>
                <a:solidFill>
                  <a:prstClr val="white"/>
                </a:solidFill>
                <a:effectLst/>
                <a:uLnTx/>
                <a:uFillTx/>
                <a:latin typeface="WORK SANS BOLD ROMAN" pitchFamily="2" charset="77"/>
              </a:rPr>
              <a:t>Cronograma</a:t>
            </a:r>
          </a:p>
        </p:txBody>
      </p:sp>
      <p:pic>
        <p:nvPicPr>
          <p:cNvPr id="2" name="Picture 1" descr="A white and black box with black text&#10;&#10;AI-generated content may be incorrect.">
            <a:extLst>
              <a:ext uri="{FF2B5EF4-FFF2-40B4-BE49-F238E27FC236}">
                <a16:creationId xmlns:a16="http://schemas.microsoft.com/office/drawing/2014/main" id="{6F7079A7-0924-504D-AC9E-700C66EF43B8}"/>
              </a:ext>
            </a:extLst>
          </p:cNvPr>
          <p:cNvPicPr>
            <a:picLocks noChangeAspect="1"/>
          </p:cNvPicPr>
          <p:nvPr/>
        </p:nvPicPr>
        <p:blipFill>
          <a:blip r:embed="rId3"/>
          <a:srcRect r="354" b="4469"/>
          <a:stretch>
            <a:fillRect/>
          </a:stretch>
        </p:blipFill>
        <p:spPr>
          <a:xfrm>
            <a:off x="330679" y="1527233"/>
            <a:ext cx="11717558" cy="4752092"/>
          </a:xfrm>
          <a:prstGeom prst="rect">
            <a:avLst/>
          </a:prstGeom>
        </p:spPr>
      </p:pic>
      <p:pic>
        <p:nvPicPr>
          <p:cNvPr id="5" name="Imagen 4">
            <a:extLst>
              <a:ext uri="{FF2B5EF4-FFF2-40B4-BE49-F238E27FC236}">
                <a16:creationId xmlns:a16="http://schemas.microsoft.com/office/drawing/2014/main" id="{0791755E-FD00-E688-1838-D4B7D0FEDC8D}"/>
              </a:ext>
            </a:extLst>
          </p:cNvPr>
          <p:cNvPicPr>
            <a:picLocks noChangeAspect="1"/>
          </p:cNvPicPr>
          <p:nvPr/>
        </p:nvPicPr>
        <p:blipFill>
          <a:blip r:embed="rId4"/>
          <a:stretch>
            <a:fillRect/>
          </a:stretch>
        </p:blipFill>
        <p:spPr>
          <a:xfrm>
            <a:off x="9113766" y="335595"/>
            <a:ext cx="1938011" cy="713188"/>
          </a:xfrm>
          <a:prstGeom prst="rect">
            <a:avLst/>
          </a:prstGeom>
        </p:spPr>
      </p:pic>
    </p:spTree>
    <p:extLst>
      <p:ext uri="{BB962C8B-B14F-4D97-AF65-F5344CB8AC3E}">
        <p14:creationId xmlns:p14="http://schemas.microsoft.com/office/powerpoint/2010/main" val="2269292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ítulo 1">
            <a:extLst>
              <a:ext uri="{FF2B5EF4-FFF2-40B4-BE49-F238E27FC236}">
                <a16:creationId xmlns:a16="http://schemas.microsoft.com/office/drawing/2014/main" id="{BF50B7DD-3A3A-A19E-D294-8777D618DC98}"/>
              </a:ext>
            </a:extLst>
          </p:cNvPr>
          <p:cNvSpPr txBox="1">
            <a:spLocks/>
          </p:cNvSpPr>
          <p:nvPr/>
        </p:nvSpPr>
        <p:spPr>
          <a:xfrm>
            <a:off x="456236" y="416690"/>
            <a:ext cx="9815809" cy="527874"/>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prstClr val="white"/>
                </a:solidFill>
                <a:latin typeface="WORK SANS BOLD ROMAN"/>
              </a:rPr>
              <a:t>Herramientas FRONTEND</a:t>
            </a:r>
            <a:endParaRPr lang="es-CO" sz="3600" b="1" dirty="0">
              <a:solidFill>
                <a:prstClr val="white"/>
              </a:solidFill>
              <a:latin typeface="WORK SANS BOLD ROMAN" pitchFamily="2" charset="77"/>
            </a:endParaRPr>
          </a:p>
        </p:txBody>
      </p:sp>
      <p:sp>
        <p:nvSpPr>
          <p:cNvPr id="10" name="CuadroTexto 7">
            <a:extLst>
              <a:ext uri="{FF2B5EF4-FFF2-40B4-BE49-F238E27FC236}">
                <a16:creationId xmlns:a16="http://schemas.microsoft.com/office/drawing/2014/main" id="{E63E6D29-9099-4CC8-C3F2-6841B384298D}"/>
              </a:ext>
            </a:extLst>
          </p:cNvPr>
          <p:cNvSpPr txBox="1">
            <a:spLocks noChangeArrowheads="1"/>
          </p:cNvSpPr>
          <p:nvPr/>
        </p:nvSpPr>
        <p:spPr bwMode="auto">
          <a:xfrm>
            <a:off x="6816257" y="3363853"/>
            <a:ext cx="2338387"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CO" altLang="es-419" sz="1800" dirty="0">
                <a:latin typeface="Arial"/>
                <a:cs typeface="Arial"/>
              </a:rPr>
              <a:t>Vite</a:t>
            </a:r>
            <a:endParaRPr lang="en-US" dirty="0"/>
          </a:p>
        </p:txBody>
      </p:sp>
      <p:sp>
        <p:nvSpPr>
          <p:cNvPr id="12" name="CuadroTexto 11">
            <a:extLst>
              <a:ext uri="{FF2B5EF4-FFF2-40B4-BE49-F238E27FC236}">
                <a16:creationId xmlns:a16="http://schemas.microsoft.com/office/drawing/2014/main" id="{8D0A62EF-9F9D-7034-6311-5FAE2269F6B7}"/>
              </a:ext>
            </a:extLst>
          </p:cNvPr>
          <p:cNvSpPr txBox="1">
            <a:spLocks noChangeArrowheads="1"/>
          </p:cNvSpPr>
          <p:nvPr/>
        </p:nvSpPr>
        <p:spPr bwMode="auto">
          <a:xfrm>
            <a:off x="7347286" y="1462543"/>
            <a:ext cx="155253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FontTx/>
              <a:buNone/>
            </a:pPr>
            <a:r>
              <a:rPr lang="es-ES" altLang="es-419" sz="1800" dirty="0">
                <a:latin typeface="Arial" panose="020B0604020202020204" pitchFamily="34" charset="0"/>
              </a:rPr>
              <a:t>T</a:t>
            </a:r>
            <a:r>
              <a:rPr lang="es-CO" altLang="es-419" sz="1800" dirty="0">
                <a:latin typeface="Arial" panose="020B0604020202020204" pitchFamily="34" charset="0"/>
              </a:rPr>
              <a:t>ypescript</a:t>
            </a:r>
            <a:endParaRPr lang="es-MX" altLang="es-419" sz="1800" dirty="0">
              <a:latin typeface="Arial" panose="020B0604020202020204" pitchFamily="34" charset="0"/>
            </a:endParaRPr>
          </a:p>
        </p:txBody>
      </p:sp>
      <p:sp>
        <p:nvSpPr>
          <p:cNvPr id="14" name="CuadroTexto 6">
            <a:extLst>
              <a:ext uri="{FF2B5EF4-FFF2-40B4-BE49-F238E27FC236}">
                <a16:creationId xmlns:a16="http://schemas.microsoft.com/office/drawing/2014/main" id="{00AC89DC-BAA4-991F-2FF9-A32ED750C1C3}"/>
              </a:ext>
            </a:extLst>
          </p:cNvPr>
          <p:cNvSpPr txBox="1">
            <a:spLocks noChangeArrowheads="1"/>
          </p:cNvSpPr>
          <p:nvPr/>
        </p:nvSpPr>
        <p:spPr bwMode="auto">
          <a:xfrm>
            <a:off x="2694856" y="3711218"/>
            <a:ext cx="159315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FontTx/>
              <a:buNone/>
            </a:pPr>
            <a:r>
              <a:rPr lang="es-CO" altLang="es-419" sz="1800" dirty="0">
                <a:latin typeface="Arial"/>
                <a:cs typeface="Arial"/>
              </a:rPr>
              <a:t>TailwindCSS</a:t>
            </a:r>
            <a:endParaRPr lang="es-MX" altLang="es-419" sz="1800" dirty="0">
              <a:latin typeface="Arial" panose="020B0604020202020204" pitchFamily="34" charset="0"/>
            </a:endParaRPr>
          </a:p>
        </p:txBody>
      </p:sp>
      <p:pic>
        <p:nvPicPr>
          <p:cNvPr id="15" name="Graphic 10" descr="Tailwind CSS Logo PNG Vector SVG, EPS, Ai formats (2.30 KB) Free Download">
            <a:extLst>
              <a:ext uri="{FF2B5EF4-FFF2-40B4-BE49-F238E27FC236}">
                <a16:creationId xmlns:a16="http://schemas.microsoft.com/office/drawing/2014/main" id="{38ED3678-6241-E2E7-049C-7DAF7D67580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13143" y="4237419"/>
            <a:ext cx="3198540" cy="1089634"/>
          </a:xfrm>
          <a:prstGeom prst="rect">
            <a:avLst/>
          </a:prstGeom>
        </p:spPr>
      </p:pic>
      <p:pic>
        <p:nvPicPr>
          <p:cNvPr id="16" name="Picture 1" descr="File:Vitejs-logo.svg - Wikipedia">
            <a:extLst>
              <a:ext uri="{FF2B5EF4-FFF2-40B4-BE49-F238E27FC236}">
                <a16:creationId xmlns:a16="http://schemas.microsoft.com/office/drawing/2014/main" id="{59D913C5-76CF-12A7-A47E-795D18172C02}"/>
              </a:ext>
            </a:extLst>
          </p:cNvPr>
          <p:cNvPicPr>
            <a:picLocks noChangeAspect="1"/>
          </p:cNvPicPr>
          <p:nvPr/>
        </p:nvPicPr>
        <p:blipFill>
          <a:blip r:embed="rId4"/>
          <a:stretch>
            <a:fillRect/>
          </a:stretch>
        </p:blipFill>
        <p:spPr>
          <a:xfrm>
            <a:off x="6610723" y="3890609"/>
            <a:ext cx="2749453" cy="2672367"/>
          </a:xfrm>
          <a:prstGeom prst="rect">
            <a:avLst/>
          </a:prstGeom>
        </p:spPr>
      </p:pic>
      <p:sp>
        <p:nvSpPr>
          <p:cNvPr id="17" name="CuadroTexto 7">
            <a:extLst>
              <a:ext uri="{FF2B5EF4-FFF2-40B4-BE49-F238E27FC236}">
                <a16:creationId xmlns:a16="http://schemas.microsoft.com/office/drawing/2014/main" id="{88D8F507-A25D-69BD-F9D5-BF8F0E13F0CE}"/>
              </a:ext>
            </a:extLst>
          </p:cNvPr>
          <p:cNvSpPr txBox="1">
            <a:spLocks noChangeArrowheads="1"/>
          </p:cNvSpPr>
          <p:nvPr/>
        </p:nvSpPr>
        <p:spPr bwMode="auto">
          <a:xfrm>
            <a:off x="2327607" y="1809353"/>
            <a:ext cx="232765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CO" altLang="es-419" sz="1800" dirty="0">
                <a:latin typeface="Arial"/>
                <a:cs typeface="Arial"/>
              </a:rPr>
              <a:t>React</a:t>
            </a:r>
            <a:endParaRPr lang="en-US" dirty="0"/>
          </a:p>
        </p:txBody>
      </p:sp>
      <p:pic>
        <p:nvPicPr>
          <p:cNvPr id="18" name="Graphic 7" descr="React Mono SVG Logo | Free SVG logos &amp; icons download | SVGmix">
            <a:extLst>
              <a:ext uri="{FF2B5EF4-FFF2-40B4-BE49-F238E27FC236}">
                <a16:creationId xmlns:a16="http://schemas.microsoft.com/office/drawing/2014/main" id="{591A035B-FBD9-59A5-9276-5249C4E42D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665757" y="2275307"/>
            <a:ext cx="2743198" cy="896470"/>
          </a:xfrm>
          <a:prstGeom prst="rect">
            <a:avLst/>
          </a:prstGeom>
        </p:spPr>
      </p:pic>
      <p:pic>
        <p:nvPicPr>
          <p:cNvPr id="19" name="Picture 2" descr="TypeScript Tutorial: A Guide to Using the Programming Language - The New  Stack">
            <a:extLst>
              <a:ext uri="{FF2B5EF4-FFF2-40B4-BE49-F238E27FC236}">
                <a16:creationId xmlns:a16="http://schemas.microsoft.com/office/drawing/2014/main" id="{DD24D97F-88AD-48B2-285B-3C08798EA3F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3002" y="1831875"/>
            <a:ext cx="3262584" cy="1339902"/>
          </a:xfrm>
          <a:prstGeom prst="rect">
            <a:avLst/>
          </a:prstGeom>
          <a:noFill/>
          <a:extLst>
            <a:ext uri="{909E8E84-426E-40DD-AFC4-6F175D3DCCD1}">
              <a14:hiddenFill xmlns:a14="http://schemas.microsoft.com/office/drawing/2010/main">
                <a:solidFill>
                  <a:srgbClr val="FFFFFF"/>
                </a:solidFill>
              </a14:hiddenFill>
            </a:ext>
          </a:extLst>
        </p:spPr>
      </p:pic>
      <p:pic>
        <p:nvPicPr>
          <p:cNvPr id="20" name="Imagen 19">
            <a:extLst>
              <a:ext uri="{FF2B5EF4-FFF2-40B4-BE49-F238E27FC236}">
                <a16:creationId xmlns:a16="http://schemas.microsoft.com/office/drawing/2014/main" id="{F8A96259-A4ED-0AE8-65BC-F9F7DFB7233E}"/>
              </a:ext>
            </a:extLst>
          </p:cNvPr>
          <p:cNvPicPr>
            <a:picLocks noChangeAspect="1"/>
          </p:cNvPicPr>
          <p:nvPr/>
        </p:nvPicPr>
        <p:blipFill>
          <a:blip r:embed="rId7"/>
          <a:stretch>
            <a:fillRect/>
          </a:stretch>
        </p:blipFill>
        <p:spPr>
          <a:xfrm>
            <a:off x="9113766" y="335595"/>
            <a:ext cx="1938011" cy="713188"/>
          </a:xfrm>
          <a:prstGeom prst="rect">
            <a:avLst/>
          </a:prstGeom>
        </p:spPr>
      </p:pic>
    </p:spTree>
    <p:extLst>
      <p:ext uri="{BB962C8B-B14F-4D97-AF65-F5344CB8AC3E}">
        <p14:creationId xmlns:p14="http://schemas.microsoft.com/office/powerpoint/2010/main" val="4269885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ED955CD-CB72-A91E-FFA9-CD73CF8D7A33}"/>
            </a:ext>
          </a:extLst>
        </p:cNvPr>
        <p:cNvGrpSpPr/>
        <p:nvPr/>
      </p:nvGrpSpPr>
      <p:grpSpPr>
        <a:xfrm>
          <a:off x="0" y="0"/>
          <a:ext cx="0" cy="0"/>
          <a:chOff x="0" y="0"/>
          <a:chExt cx="0" cy="0"/>
        </a:xfrm>
      </p:grpSpPr>
      <p:sp>
        <p:nvSpPr>
          <p:cNvPr id="14" name="CuadroTexto 7">
            <a:extLst>
              <a:ext uri="{FF2B5EF4-FFF2-40B4-BE49-F238E27FC236}">
                <a16:creationId xmlns:a16="http://schemas.microsoft.com/office/drawing/2014/main" id="{6DDF161E-3030-AAE3-AF5A-59283BAEE601}"/>
              </a:ext>
            </a:extLst>
          </p:cNvPr>
          <p:cNvSpPr txBox="1">
            <a:spLocks noChangeArrowheads="1"/>
          </p:cNvSpPr>
          <p:nvPr/>
        </p:nvSpPr>
        <p:spPr bwMode="auto">
          <a:xfrm>
            <a:off x="0" y="2204402"/>
            <a:ext cx="367691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ES" altLang="es-419" sz="1200" dirty="0">
                <a:latin typeface="Arial" panose="020B0604020202020204" pitchFamily="34" charset="0"/>
                <a:cs typeface="Arial"/>
              </a:rPr>
              <a:t> </a:t>
            </a:r>
            <a:r>
              <a:rPr lang="es-ES" altLang="es-419" sz="1200" dirty="0" err="1">
                <a:latin typeface="Arial" panose="020B0604020202020204" pitchFamily="34" charset="0"/>
                <a:cs typeface="Arial"/>
              </a:rPr>
              <a:t>framework</a:t>
            </a:r>
            <a:r>
              <a:rPr lang="es-ES" altLang="es-419" sz="1200" dirty="0">
                <a:latin typeface="Arial" panose="020B0604020202020204" pitchFamily="34" charset="0"/>
                <a:cs typeface="Arial"/>
              </a:rPr>
              <a:t> web en Python para construir la API REST (rutas, validación de </a:t>
            </a:r>
            <a:r>
              <a:rPr lang="es-ES" altLang="es-419" sz="1200" dirty="0" err="1">
                <a:latin typeface="Arial" panose="020B0604020202020204" pitchFamily="34" charset="0"/>
                <a:cs typeface="Arial"/>
              </a:rPr>
              <a:t>request</a:t>
            </a:r>
            <a:r>
              <a:rPr lang="es-ES" altLang="es-419" sz="1200" dirty="0">
                <a:latin typeface="Arial" panose="020B0604020202020204" pitchFamily="34" charset="0"/>
                <a:cs typeface="Arial"/>
              </a:rPr>
              <a:t>, etc.).</a:t>
            </a:r>
            <a:endParaRPr lang="es-CO" altLang="es-419" sz="1200" dirty="0">
              <a:latin typeface="Arial" panose="020B0604020202020204" pitchFamily="34" charset="0"/>
              <a:cs typeface="Arial"/>
            </a:endParaRPr>
          </a:p>
        </p:txBody>
      </p:sp>
      <p:pic>
        <p:nvPicPr>
          <p:cNvPr id="16" name="Picture 4" descr="Aprende FastAPI desde 0">
            <a:extLst>
              <a:ext uri="{FF2B5EF4-FFF2-40B4-BE49-F238E27FC236}">
                <a16:creationId xmlns:a16="http://schemas.microsoft.com/office/drawing/2014/main" id="{DA1A2325-D2AE-BCCA-2B5E-3E45E2749B78}"/>
              </a:ext>
            </a:extLst>
          </p:cNvPr>
          <p:cNvPicPr>
            <a:picLocks noChangeAspect="1"/>
          </p:cNvPicPr>
          <p:nvPr/>
        </p:nvPicPr>
        <p:blipFill>
          <a:blip r:embed="rId3"/>
          <a:stretch>
            <a:fillRect/>
          </a:stretch>
        </p:blipFill>
        <p:spPr>
          <a:xfrm>
            <a:off x="-277074" y="1070797"/>
            <a:ext cx="4041818" cy="1479226"/>
          </a:xfrm>
          <a:prstGeom prst="rect">
            <a:avLst/>
          </a:prstGeom>
        </p:spPr>
      </p:pic>
      <p:sp>
        <p:nvSpPr>
          <p:cNvPr id="17" name="Título 1">
            <a:extLst>
              <a:ext uri="{FF2B5EF4-FFF2-40B4-BE49-F238E27FC236}">
                <a16:creationId xmlns:a16="http://schemas.microsoft.com/office/drawing/2014/main" id="{736725E2-985D-76EB-A0E5-F5CBB68E1CE2}"/>
              </a:ext>
            </a:extLst>
          </p:cNvPr>
          <p:cNvSpPr txBox="1">
            <a:spLocks/>
          </p:cNvSpPr>
          <p:nvPr/>
        </p:nvSpPr>
        <p:spPr>
          <a:xfrm>
            <a:off x="456236" y="416690"/>
            <a:ext cx="9815809" cy="527874"/>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a:lnSpc>
                <a:spcPct val="90000"/>
              </a:lnSpc>
              <a:spcBef>
                <a:spcPct val="0"/>
              </a:spcBef>
              <a:spcAft>
                <a:spcPts val="0"/>
              </a:spcAft>
              <a:buNone/>
              <a:tabLst/>
              <a:defRPr/>
            </a:pPr>
            <a:r>
              <a:rPr lang="es-CO" sz="3600" b="1" dirty="0">
                <a:solidFill>
                  <a:prstClr val="white"/>
                </a:solidFill>
                <a:latin typeface="Times New Roman"/>
                <a:ea typeface="Calibri Light"/>
                <a:cs typeface="Calibri Light"/>
              </a:rPr>
              <a:t>Herramientas BACKEND</a:t>
            </a:r>
          </a:p>
        </p:txBody>
      </p:sp>
      <p:pic>
        <p:nvPicPr>
          <p:cNvPr id="18" name="Picture 1" descr="SQLAlchemy-logo.png — Quintagroup">
            <a:extLst>
              <a:ext uri="{FF2B5EF4-FFF2-40B4-BE49-F238E27FC236}">
                <a16:creationId xmlns:a16="http://schemas.microsoft.com/office/drawing/2014/main" id="{1507DA8F-50EE-4D87-02D9-00CC848DD47C}"/>
              </a:ext>
            </a:extLst>
          </p:cNvPr>
          <p:cNvPicPr>
            <a:picLocks noChangeAspect="1"/>
          </p:cNvPicPr>
          <p:nvPr/>
        </p:nvPicPr>
        <p:blipFill>
          <a:blip r:embed="rId4"/>
          <a:stretch>
            <a:fillRect/>
          </a:stretch>
        </p:blipFill>
        <p:spPr>
          <a:xfrm>
            <a:off x="3466564" y="3918865"/>
            <a:ext cx="3676916" cy="778226"/>
          </a:xfrm>
          <a:prstGeom prst="rect">
            <a:avLst/>
          </a:prstGeom>
        </p:spPr>
      </p:pic>
      <p:sp>
        <p:nvSpPr>
          <p:cNvPr id="19" name="CuadroTexto 7">
            <a:extLst>
              <a:ext uri="{FF2B5EF4-FFF2-40B4-BE49-F238E27FC236}">
                <a16:creationId xmlns:a16="http://schemas.microsoft.com/office/drawing/2014/main" id="{223D9E47-FE70-B019-451D-A9F36F644F52}"/>
              </a:ext>
            </a:extLst>
          </p:cNvPr>
          <p:cNvSpPr txBox="1">
            <a:spLocks noChangeArrowheads="1"/>
          </p:cNvSpPr>
          <p:nvPr/>
        </p:nvSpPr>
        <p:spPr bwMode="auto">
          <a:xfrm>
            <a:off x="5747883" y="1838283"/>
            <a:ext cx="184235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ES" altLang="es-419" sz="1200" dirty="0">
                <a:latin typeface="Arial"/>
                <a:cs typeface="Arial"/>
              </a:rPr>
              <a:t>servidor ASGI para ejecutar </a:t>
            </a:r>
            <a:r>
              <a:rPr lang="es-ES" altLang="es-419" sz="1200" dirty="0" err="1">
                <a:latin typeface="Arial"/>
                <a:cs typeface="Arial"/>
              </a:rPr>
              <a:t>FastAPI</a:t>
            </a:r>
            <a:r>
              <a:rPr lang="es-ES" altLang="es-419" sz="1200" dirty="0">
                <a:latin typeface="Arial"/>
                <a:cs typeface="Arial"/>
              </a:rPr>
              <a:t> (con --</a:t>
            </a:r>
            <a:r>
              <a:rPr lang="es-ES" altLang="es-419" sz="1200" dirty="0" err="1">
                <a:latin typeface="Arial"/>
                <a:cs typeface="Arial"/>
              </a:rPr>
              <a:t>reload</a:t>
            </a:r>
            <a:r>
              <a:rPr lang="es-ES" altLang="es-419" sz="1200" dirty="0">
                <a:latin typeface="Arial"/>
                <a:cs typeface="Arial"/>
              </a:rPr>
              <a:t> en desarrollo).</a:t>
            </a:r>
            <a:endParaRPr lang="es-CO" altLang="es-419" sz="1200" dirty="0">
              <a:latin typeface="Arial" panose="020B0604020202020204" pitchFamily="34" charset="0"/>
              <a:cs typeface="Arial"/>
            </a:endParaRPr>
          </a:p>
        </p:txBody>
      </p:sp>
      <p:sp>
        <p:nvSpPr>
          <p:cNvPr id="20" name="CuadroTexto 7">
            <a:extLst>
              <a:ext uri="{FF2B5EF4-FFF2-40B4-BE49-F238E27FC236}">
                <a16:creationId xmlns:a16="http://schemas.microsoft.com/office/drawing/2014/main" id="{F9637765-2AD1-FA89-907F-C567704DF6D1}"/>
              </a:ext>
            </a:extLst>
          </p:cNvPr>
          <p:cNvSpPr txBox="1">
            <a:spLocks noChangeArrowheads="1"/>
          </p:cNvSpPr>
          <p:nvPr/>
        </p:nvSpPr>
        <p:spPr bwMode="auto">
          <a:xfrm>
            <a:off x="4141194" y="4697091"/>
            <a:ext cx="23276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ES" altLang="es-419" sz="1200" dirty="0">
                <a:latin typeface="Arial"/>
                <a:cs typeface="Arial"/>
              </a:rPr>
              <a:t>capa de acceso a base de datos </a:t>
            </a:r>
            <a:endParaRPr lang="es-CO" altLang="es-419" sz="1200" dirty="0">
              <a:latin typeface="Arial" panose="020B0604020202020204" pitchFamily="34" charset="0"/>
              <a:cs typeface="Arial"/>
            </a:endParaRPr>
          </a:p>
        </p:txBody>
      </p:sp>
      <p:pic>
        <p:nvPicPr>
          <p:cNvPr id="21" name="Picture 2" descr="uvicorn">
            <a:extLst>
              <a:ext uri="{FF2B5EF4-FFF2-40B4-BE49-F238E27FC236}">
                <a16:creationId xmlns:a16="http://schemas.microsoft.com/office/drawing/2014/main" id="{D4AB1F48-19CE-9E04-C585-DEACE7C18DF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49298" y="1417497"/>
            <a:ext cx="1487905" cy="1487905"/>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Pydantic | Sequoia Capital">
            <a:extLst>
              <a:ext uri="{FF2B5EF4-FFF2-40B4-BE49-F238E27FC236}">
                <a16:creationId xmlns:a16="http://schemas.microsoft.com/office/drawing/2014/main" id="{E307038D-D756-555E-818E-A4169F2ED8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11311" y="1509935"/>
            <a:ext cx="3303173" cy="656695"/>
          </a:xfrm>
          <a:prstGeom prst="rect">
            <a:avLst/>
          </a:prstGeom>
          <a:noFill/>
          <a:extLst>
            <a:ext uri="{909E8E84-426E-40DD-AFC4-6F175D3DCCD1}">
              <a14:hiddenFill xmlns:a14="http://schemas.microsoft.com/office/drawing/2010/main">
                <a:solidFill>
                  <a:srgbClr val="FFFFFF"/>
                </a:solidFill>
              </a14:hiddenFill>
            </a:ext>
          </a:extLst>
        </p:spPr>
      </p:pic>
      <p:sp>
        <p:nvSpPr>
          <p:cNvPr id="23" name="CuadroTexto 7">
            <a:extLst>
              <a:ext uri="{FF2B5EF4-FFF2-40B4-BE49-F238E27FC236}">
                <a16:creationId xmlns:a16="http://schemas.microsoft.com/office/drawing/2014/main" id="{F718D502-5590-8CF8-4A81-AA8195262859}"/>
              </a:ext>
            </a:extLst>
          </p:cNvPr>
          <p:cNvSpPr txBox="1">
            <a:spLocks noChangeArrowheads="1"/>
          </p:cNvSpPr>
          <p:nvPr/>
        </p:nvSpPr>
        <p:spPr bwMode="auto">
          <a:xfrm>
            <a:off x="8888827" y="2204402"/>
            <a:ext cx="258127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ES" altLang="es-419" sz="1200" dirty="0">
                <a:latin typeface="Arial"/>
                <a:cs typeface="Arial"/>
              </a:rPr>
              <a:t> modelos/</a:t>
            </a:r>
            <a:r>
              <a:rPr lang="es-ES" altLang="es-419" sz="1200" dirty="0" err="1">
                <a:latin typeface="Arial"/>
                <a:cs typeface="Arial"/>
              </a:rPr>
              <a:t>schemas</a:t>
            </a:r>
            <a:r>
              <a:rPr lang="es-ES" altLang="es-419" sz="1200" dirty="0">
                <a:latin typeface="Arial"/>
                <a:cs typeface="Arial"/>
              </a:rPr>
              <a:t> para validar y </a:t>
            </a:r>
            <a:r>
              <a:rPr lang="es-ES" altLang="es-419" sz="1200" dirty="0" err="1">
                <a:latin typeface="Arial"/>
                <a:cs typeface="Arial"/>
              </a:rPr>
              <a:t>tipar</a:t>
            </a:r>
            <a:r>
              <a:rPr lang="es-ES" altLang="es-419" sz="1200" dirty="0">
                <a:latin typeface="Arial"/>
                <a:cs typeface="Arial"/>
              </a:rPr>
              <a:t> los cuerpos de las peticiones </a:t>
            </a:r>
            <a:endParaRPr lang="es-CO" altLang="es-419" sz="1200" dirty="0">
              <a:latin typeface="Arial" panose="020B0604020202020204" pitchFamily="34" charset="0"/>
              <a:cs typeface="Arial"/>
            </a:endParaRPr>
          </a:p>
        </p:txBody>
      </p:sp>
      <p:pic>
        <p:nvPicPr>
          <p:cNvPr id="24" name="Imagen 23">
            <a:extLst>
              <a:ext uri="{FF2B5EF4-FFF2-40B4-BE49-F238E27FC236}">
                <a16:creationId xmlns:a16="http://schemas.microsoft.com/office/drawing/2014/main" id="{5352F4CA-E524-7590-B75E-04FBF587C31C}"/>
              </a:ext>
            </a:extLst>
          </p:cNvPr>
          <p:cNvPicPr>
            <a:picLocks noChangeAspect="1"/>
          </p:cNvPicPr>
          <p:nvPr/>
        </p:nvPicPr>
        <p:blipFill>
          <a:blip r:embed="rId7"/>
          <a:stretch>
            <a:fillRect/>
          </a:stretch>
        </p:blipFill>
        <p:spPr>
          <a:xfrm>
            <a:off x="8011228" y="3223448"/>
            <a:ext cx="3458877" cy="968486"/>
          </a:xfrm>
          <a:prstGeom prst="rect">
            <a:avLst/>
          </a:prstGeom>
        </p:spPr>
      </p:pic>
      <p:pic>
        <p:nvPicPr>
          <p:cNvPr id="25" name="Imagen 24">
            <a:extLst>
              <a:ext uri="{FF2B5EF4-FFF2-40B4-BE49-F238E27FC236}">
                <a16:creationId xmlns:a16="http://schemas.microsoft.com/office/drawing/2014/main" id="{CA76957A-1022-E56A-66EB-C2BF46A5572A}"/>
              </a:ext>
            </a:extLst>
          </p:cNvPr>
          <p:cNvPicPr>
            <a:picLocks noChangeAspect="1"/>
          </p:cNvPicPr>
          <p:nvPr/>
        </p:nvPicPr>
        <p:blipFill>
          <a:blip r:embed="rId8"/>
          <a:stretch>
            <a:fillRect/>
          </a:stretch>
        </p:blipFill>
        <p:spPr>
          <a:xfrm>
            <a:off x="9113766" y="335595"/>
            <a:ext cx="1938011" cy="713188"/>
          </a:xfrm>
          <a:prstGeom prst="rect">
            <a:avLst/>
          </a:prstGeom>
        </p:spPr>
      </p:pic>
    </p:spTree>
    <p:extLst>
      <p:ext uri="{BB962C8B-B14F-4D97-AF65-F5344CB8AC3E}">
        <p14:creationId xmlns:p14="http://schemas.microsoft.com/office/powerpoint/2010/main" val="1382924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7387651-1244-5897-93A3-06D7E11B61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B672CCD-2D34-05CE-F620-9B40418F2F55}"/>
              </a:ext>
            </a:extLst>
          </p:cNvPr>
          <p:cNvSpPr txBox="1">
            <a:spLocks/>
          </p:cNvSpPr>
          <p:nvPr/>
        </p:nvSpPr>
        <p:spPr>
          <a:xfrm>
            <a:off x="456236" y="416690"/>
            <a:ext cx="9815809" cy="527874"/>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a:lnSpc>
                <a:spcPct val="90000"/>
              </a:lnSpc>
              <a:spcBef>
                <a:spcPct val="0"/>
              </a:spcBef>
              <a:spcAft>
                <a:spcPts val="0"/>
              </a:spcAft>
              <a:buNone/>
              <a:tabLst/>
              <a:defRPr/>
            </a:pPr>
            <a:r>
              <a:rPr lang="es-CO" sz="3600" b="1" dirty="0">
                <a:solidFill>
                  <a:prstClr val="white"/>
                </a:solidFill>
                <a:latin typeface="Times New Roman"/>
                <a:ea typeface="Calibri Light"/>
                <a:cs typeface="Calibri Light"/>
              </a:rPr>
              <a:t>Herramientas BASE DE DATOS y OTROS</a:t>
            </a:r>
          </a:p>
        </p:txBody>
      </p:sp>
      <p:pic>
        <p:nvPicPr>
          <p:cNvPr id="3" name="Imagen 5">
            <a:extLst>
              <a:ext uri="{FF2B5EF4-FFF2-40B4-BE49-F238E27FC236}">
                <a16:creationId xmlns:a16="http://schemas.microsoft.com/office/drawing/2014/main" id="{942EC5DD-4018-165C-7587-3DF6255F8B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7072" y="3194365"/>
            <a:ext cx="2134135" cy="220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CuadroTexto 6">
            <a:extLst>
              <a:ext uri="{FF2B5EF4-FFF2-40B4-BE49-F238E27FC236}">
                <a16:creationId xmlns:a16="http://schemas.microsoft.com/office/drawing/2014/main" id="{DA250B4D-2EAF-1550-01EC-A2D791D8CD8C}"/>
              </a:ext>
            </a:extLst>
          </p:cNvPr>
          <p:cNvSpPr txBox="1">
            <a:spLocks noChangeArrowheads="1"/>
          </p:cNvSpPr>
          <p:nvPr/>
        </p:nvSpPr>
        <p:spPr bwMode="auto">
          <a:xfrm>
            <a:off x="4571976" y="2444929"/>
            <a:ext cx="158432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FontTx/>
              <a:buNone/>
            </a:pPr>
            <a:r>
              <a:rPr lang="es-CO" altLang="es-419" sz="1800" dirty="0">
                <a:latin typeface="Arial" panose="020B0604020202020204" pitchFamily="34" charset="0"/>
              </a:rPr>
              <a:t>PostgreSQL</a:t>
            </a:r>
            <a:endParaRPr lang="es-MX" altLang="es-419" sz="1800" dirty="0">
              <a:latin typeface="Arial" panose="020B0604020202020204" pitchFamily="34" charset="0"/>
            </a:endParaRPr>
          </a:p>
        </p:txBody>
      </p:sp>
      <p:pic>
        <p:nvPicPr>
          <p:cNvPr id="5" name="Picture 3" descr="GitHub - Wikipedia, la enciclopedia libre">
            <a:extLst>
              <a:ext uri="{FF2B5EF4-FFF2-40B4-BE49-F238E27FC236}">
                <a16:creationId xmlns:a16="http://schemas.microsoft.com/office/drawing/2014/main" id="{E47C8D40-ED1A-C895-7596-4C2412BC4C10}"/>
              </a:ext>
            </a:extLst>
          </p:cNvPr>
          <p:cNvPicPr>
            <a:picLocks noChangeAspect="1"/>
          </p:cNvPicPr>
          <p:nvPr/>
        </p:nvPicPr>
        <p:blipFill>
          <a:blip r:embed="rId4"/>
          <a:stretch>
            <a:fillRect/>
          </a:stretch>
        </p:blipFill>
        <p:spPr>
          <a:xfrm>
            <a:off x="8318500" y="4233863"/>
            <a:ext cx="1883834" cy="1766359"/>
          </a:xfrm>
          <a:prstGeom prst="rect">
            <a:avLst/>
          </a:prstGeom>
        </p:spPr>
      </p:pic>
      <p:pic>
        <p:nvPicPr>
          <p:cNvPr id="6" name="Picture 8" descr="Que es Git y para que sirve? | Victor Robles">
            <a:extLst>
              <a:ext uri="{FF2B5EF4-FFF2-40B4-BE49-F238E27FC236}">
                <a16:creationId xmlns:a16="http://schemas.microsoft.com/office/drawing/2014/main" id="{B6F480A9-5BC0-32E2-2D8F-B52861647B74}"/>
              </a:ext>
            </a:extLst>
          </p:cNvPr>
          <p:cNvPicPr>
            <a:picLocks noChangeAspect="1"/>
          </p:cNvPicPr>
          <p:nvPr/>
        </p:nvPicPr>
        <p:blipFill>
          <a:blip r:embed="rId5"/>
          <a:stretch>
            <a:fillRect/>
          </a:stretch>
        </p:blipFill>
        <p:spPr>
          <a:xfrm>
            <a:off x="1464733" y="4110567"/>
            <a:ext cx="1875367" cy="1885950"/>
          </a:xfrm>
          <a:prstGeom prst="rect">
            <a:avLst/>
          </a:prstGeom>
        </p:spPr>
      </p:pic>
      <p:sp>
        <p:nvSpPr>
          <p:cNvPr id="7" name="CuadroTexto 7">
            <a:extLst>
              <a:ext uri="{FF2B5EF4-FFF2-40B4-BE49-F238E27FC236}">
                <a16:creationId xmlns:a16="http://schemas.microsoft.com/office/drawing/2014/main" id="{B313E5D0-6787-CBC0-C02C-F1E289319D2E}"/>
              </a:ext>
            </a:extLst>
          </p:cNvPr>
          <p:cNvSpPr txBox="1">
            <a:spLocks noChangeArrowheads="1"/>
          </p:cNvSpPr>
          <p:nvPr/>
        </p:nvSpPr>
        <p:spPr bwMode="auto">
          <a:xfrm>
            <a:off x="1247760" y="3525208"/>
            <a:ext cx="232765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CO" altLang="es-419" sz="1800">
                <a:latin typeface="Arial"/>
                <a:cs typeface="Arial"/>
              </a:rPr>
              <a:t>Git</a:t>
            </a:r>
            <a:endParaRPr lang="es-CO" altLang="es-419" sz="1800" err="1">
              <a:latin typeface="Arial" panose="020B0604020202020204" pitchFamily="34" charset="0"/>
              <a:cs typeface="Arial"/>
            </a:endParaRPr>
          </a:p>
        </p:txBody>
      </p:sp>
      <p:sp>
        <p:nvSpPr>
          <p:cNvPr id="8" name="CuadroTexto 7">
            <a:extLst>
              <a:ext uri="{FF2B5EF4-FFF2-40B4-BE49-F238E27FC236}">
                <a16:creationId xmlns:a16="http://schemas.microsoft.com/office/drawing/2014/main" id="{6D64D8CF-CF18-F0AA-2206-9501EB8B6D97}"/>
              </a:ext>
            </a:extLst>
          </p:cNvPr>
          <p:cNvSpPr txBox="1">
            <a:spLocks noChangeArrowheads="1"/>
          </p:cNvSpPr>
          <p:nvPr/>
        </p:nvSpPr>
        <p:spPr bwMode="auto">
          <a:xfrm>
            <a:off x="8095176" y="3525207"/>
            <a:ext cx="232765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lnSpc>
                <a:spcPct val="100000"/>
              </a:lnSpc>
              <a:spcBef>
                <a:spcPct val="0"/>
              </a:spcBef>
              <a:buNone/>
            </a:pPr>
            <a:r>
              <a:rPr lang="es-CO" altLang="es-419" sz="1800">
                <a:latin typeface="Arial"/>
                <a:cs typeface="Arial"/>
              </a:rPr>
              <a:t>Github</a:t>
            </a:r>
            <a:endParaRPr lang="es-CO" altLang="es-419" sz="1800" err="1">
              <a:latin typeface="Arial" panose="020B0604020202020204" pitchFamily="34" charset="0"/>
              <a:cs typeface="Arial"/>
            </a:endParaRPr>
          </a:p>
        </p:txBody>
      </p:sp>
      <p:pic>
        <p:nvPicPr>
          <p:cNvPr id="9" name="Imagen 8">
            <a:extLst>
              <a:ext uri="{FF2B5EF4-FFF2-40B4-BE49-F238E27FC236}">
                <a16:creationId xmlns:a16="http://schemas.microsoft.com/office/drawing/2014/main" id="{E0F84C76-B7BF-85B0-CEBA-B0ED152E4C94}"/>
              </a:ext>
            </a:extLst>
          </p:cNvPr>
          <p:cNvPicPr>
            <a:picLocks noChangeAspect="1"/>
          </p:cNvPicPr>
          <p:nvPr/>
        </p:nvPicPr>
        <p:blipFill>
          <a:blip r:embed="rId6"/>
          <a:stretch>
            <a:fillRect/>
          </a:stretch>
        </p:blipFill>
        <p:spPr>
          <a:xfrm>
            <a:off x="9113766" y="335595"/>
            <a:ext cx="1938011" cy="713188"/>
          </a:xfrm>
          <a:prstGeom prst="rect">
            <a:avLst/>
          </a:prstGeom>
        </p:spPr>
      </p:pic>
    </p:spTree>
    <p:extLst>
      <p:ext uri="{BB962C8B-B14F-4D97-AF65-F5344CB8AC3E}">
        <p14:creationId xmlns:p14="http://schemas.microsoft.com/office/powerpoint/2010/main" val="8490320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BB6F714C-A6B0-54AE-507A-D0700714D94B}"/>
              </a:ext>
            </a:extLst>
          </p:cNvPr>
          <p:cNvSpPr txBox="1">
            <a:spLocks/>
          </p:cNvSpPr>
          <p:nvPr/>
        </p:nvSpPr>
        <p:spPr>
          <a:xfrm>
            <a:off x="456236" y="416690"/>
            <a:ext cx="9815809" cy="527874"/>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CO" sz="3600" b="1" u="none" strike="noStrike" kern="1200" cap="none" spc="0" normalizeH="0" baseline="0" noProof="0">
                <a:ln>
                  <a:noFill/>
                </a:ln>
                <a:effectLst/>
                <a:uLnTx/>
                <a:uFillTx/>
                <a:latin typeface="WORK SANS BOLD ROMAN"/>
              </a:rPr>
              <a:t>Avances</a:t>
            </a:r>
          </a:p>
        </p:txBody>
      </p:sp>
      <p:sp>
        <p:nvSpPr>
          <p:cNvPr id="2" name="TextBox 1">
            <a:extLst>
              <a:ext uri="{FF2B5EF4-FFF2-40B4-BE49-F238E27FC236}">
                <a16:creationId xmlns:a16="http://schemas.microsoft.com/office/drawing/2014/main" id="{EC6EDBC5-9719-5298-F46B-FFD61D7493B8}"/>
              </a:ext>
            </a:extLst>
          </p:cNvPr>
          <p:cNvSpPr txBox="1"/>
          <p:nvPr/>
        </p:nvSpPr>
        <p:spPr>
          <a:xfrm>
            <a:off x="5837707" y="3059668"/>
            <a:ext cx="2151261"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dirty="0">
                <a:ea typeface="Calibri"/>
                <a:cs typeface="Calibri"/>
                <a:hlinkClick r:id="rId2"/>
              </a:rPr>
              <a:t>Click aqui</a:t>
            </a:r>
          </a:p>
        </p:txBody>
      </p:sp>
      <p:pic>
        <p:nvPicPr>
          <p:cNvPr id="4" name="Picture 2" descr="GitHub Logo and symbol, meaning, history, PNG, brand">
            <a:extLst>
              <a:ext uri="{FF2B5EF4-FFF2-40B4-BE49-F238E27FC236}">
                <a16:creationId xmlns:a16="http://schemas.microsoft.com/office/drawing/2014/main" id="{90ACC873-34D5-A624-C934-CAD259BE26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532" y="1668379"/>
            <a:ext cx="5897385" cy="33172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0526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976A0604-6DE0-A9A9-5D92-25157D964BB8}"/>
              </a:ext>
            </a:extLst>
          </p:cNvPr>
          <p:cNvPicPr>
            <a:picLocks noChangeAspect="1"/>
          </p:cNvPicPr>
          <p:nvPr/>
        </p:nvPicPr>
        <p:blipFill>
          <a:blip r:embed="rId3"/>
          <a:stretch>
            <a:fillRect/>
          </a:stretch>
        </p:blipFill>
        <p:spPr>
          <a:xfrm>
            <a:off x="5126994" y="2501781"/>
            <a:ext cx="1938011" cy="713188"/>
          </a:xfrm>
          <a:prstGeom prst="rect">
            <a:avLst/>
          </a:prstGeom>
        </p:spPr>
      </p:pic>
    </p:spTree>
    <p:extLst>
      <p:ext uri="{BB962C8B-B14F-4D97-AF65-F5344CB8AC3E}">
        <p14:creationId xmlns:p14="http://schemas.microsoft.com/office/powerpoint/2010/main" val="260462668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527</Words>
  <Application>Microsoft Office PowerPoint</Application>
  <PresentationFormat>Panorámica</PresentationFormat>
  <Paragraphs>78</Paragraphs>
  <Slides>21</Slides>
  <Notes>0</Notes>
  <HiddenSlides>0</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21</vt:i4>
      </vt:variant>
    </vt:vector>
  </HeadingPairs>
  <TitlesOfParts>
    <vt:vector size="32" baseType="lpstr">
      <vt:lpstr>Arial</vt:lpstr>
      <vt:lpstr>Calibri</vt:lpstr>
      <vt:lpstr>Calibri Light</vt:lpstr>
      <vt:lpstr>Source Sans Pro</vt:lpstr>
      <vt:lpstr>time</vt:lpstr>
      <vt:lpstr>Times New Roman</vt:lpstr>
      <vt:lpstr>WORK SANS BOLD ROMAN</vt:lpstr>
      <vt:lpstr>WORK SANS BOLD ROMAN</vt:lpstr>
      <vt:lpstr>Work Sans Light Roman</vt:lpstr>
      <vt:lpstr>Work Sans Medium Roman</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natalia barajas</cp:lastModifiedBy>
  <cp:revision>2</cp:revision>
  <dcterms:created xsi:type="dcterms:W3CDTF">2020-10-01T23:51:28Z</dcterms:created>
  <dcterms:modified xsi:type="dcterms:W3CDTF">2026-04-17T21:51:12Z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