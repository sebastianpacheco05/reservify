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omments/modernComment_21D_434DFD69.xml" ContentType="application/vnd.ms-powerpoint.comments+xml"/>
  <Override PartName="/ppt/comments/modernComment_21B_430847FE.xml" ContentType="application/vnd.ms-powerpoint.comments+xml"/>
  <Override PartName="/ppt/comments/modernComment_229_DDB1419.xml" ContentType="application/vnd.ms-powerpoint.comments+xml"/>
  <Override PartName="/ppt/comments/modernComment_21C_10C0F3C0.xml" ContentType="application/vnd.ms-powerpoint.comments+xml"/>
  <Override PartName="/ppt/comments/modernComment_236_8ECEF57.xml" ContentType="application/vnd.ms-powerpoint.comments+xml"/>
  <Override PartName="/ppt/comments/modernComment_21E_F38A607B.xml" ContentType="application/vnd.ms-powerpoint.comments+xml"/>
  <Override PartName="/ppt/comments/modernComment_223_7C8BC086.xml" ContentType="application/vnd.ms-powerpoint.comments+xml"/>
  <Override PartName="/ppt/comments/modernComment_219_B5143432.xml" ContentType="application/vnd.ms-powerpoint.comments+xml"/>
  <Override PartName="/ppt/comments/modernComment_22D_3032A30.xml" ContentType="application/vnd.ms-powerpoint.comments+xml"/>
  <Override PartName="/ppt/comments/modernComment_233_9BB658D1.xml" ContentType="application/vnd.ms-powerpoint.comments+xml"/>
  <Override PartName="/ppt/comments/modernComment_22C_2461712B.xml" ContentType="application/vnd.ms-powerpoint.comments+xml"/>
  <Override PartName="/ppt/comments/modernComment_222_EF061CDA.xml" ContentType="application/vnd.ms-powerpoint.comments+xml"/>
  <Override PartName="/ppt/comments/modernComment_237_72A59524.xml" ContentType="application/vnd.ms-powerpoint.comments+xml"/>
  <Override PartName="/ppt/comments/modernComment_226_768363AE.xml" ContentType="application/vnd.ms-powerpoint.comments+xml"/>
  <Override PartName="/ppt/comments/modernComment_228_613163C3.xml" ContentType="application/vnd.ms-powerpoint.comments+xml"/>
  <Override PartName="/ppt/comments/modernComment_22E_DB9C041C.xml" ContentType="application/vnd.ms-powerpoint.comments+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handoutMasterIdLst>
    <p:handoutMasterId r:id="rId22"/>
  </p:handoutMasterIdLst>
  <p:sldIdLst>
    <p:sldId id="541" r:id="rId2"/>
    <p:sldId id="539" r:id="rId3"/>
    <p:sldId id="553" r:id="rId4"/>
    <p:sldId id="540" r:id="rId5"/>
    <p:sldId id="566" r:id="rId6"/>
    <p:sldId id="542" r:id="rId7"/>
    <p:sldId id="547" r:id="rId8"/>
    <p:sldId id="537" r:id="rId9"/>
    <p:sldId id="557" r:id="rId10"/>
    <p:sldId id="563" r:id="rId11"/>
    <p:sldId id="556" r:id="rId12"/>
    <p:sldId id="546" r:id="rId13"/>
    <p:sldId id="567" r:id="rId14"/>
    <p:sldId id="550" r:id="rId15"/>
    <p:sldId id="552" r:id="rId16"/>
    <p:sldId id="558" r:id="rId17"/>
    <p:sldId id="532" r:id="rId18"/>
    <p:sldId id="544" r:id="rId19"/>
    <p:sldId id="531" r:id="rId20"/>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95" userDrawn="1">
          <p15:clr>
            <a:srgbClr val="A4A3A4"/>
          </p15:clr>
        </p15:guide>
        <p15:guide id="2" pos="3840" userDrawn="1">
          <p15:clr>
            <a:srgbClr val="A4A3A4"/>
          </p15:clr>
        </p15:guide>
        <p15:guide id="3" orient="horz" pos="187"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27DD254F-37CE-B72A-D929-E70B54B0ED62}" name="Einit Natalia Barajas Figueroa" initials="EF" userId="S::einit_barajas_soy.sena.edu.co#ext#@sena4.onmicrosoft.com::fc0b25c1-fd4c-4cd6-87fa-59bd7e2a3bf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D4D4C"/>
    <a:srgbClr val="343433"/>
    <a:srgbClr val="FF6C00"/>
    <a:srgbClr val="38AA00"/>
    <a:srgbClr val="766363"/>
    <a:srgbClr val="FFF5EA"/>
    <a:srgbClr val="00324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1C2C552-820D-EC22-E3D7-C81A901524E2}" v="13" dt="2025-11-28T20:27:54.028"/>
  </p1510:revLst>
</p1510:revInfo>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4454" autoAdjust="0"/>
  </p:normalViewPr>
  <p:slideViewPr>
    <p:cSldViewPr snapToGrid="0">
      <p:cViewPr varScale="1">
        <p:scale>
          <a:sx n="51" d="100"/>
          <a:sy n="51" d="100"/>
        </p:scale>
        <p:origin x="869" y="43"/>
      </p:cViewPr>
      <p:guideLst>
        <p:guide orient="horz" pos="595"/>
        <p:guide pos="3840"/>
        <p:guide orient="horz" pos="187"/>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28" Type="http://schemas.microsoft.com/office/2018/10/relationships/authors" Target="author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handoutMaster" Target="handoutMasters/handoutMaster1.xml"/><Relationship Id="rId27" Type="http://schemas.microsoft.com/office/2015/10/relationships/revisionInfo" Target="revisionInfo.xml"/></Relationships>
</file>

<file path=ppt/comments/modernComment_21B_430847FE.xml><?xml version="1.0" encoding="utf-8"?>
<p188:cmLst xmlns:a="http://schemas.openxmlformats.org/drawingml/2006/main" xmlns:r="http://schemas.openxmlformats.org/officeDocument/2006/relationships" xmlns:p188="http://schemas.microsoft.com/office/powerpoint/2018/8/main">
  <p188:cm id="{30BE37ED-6B30-4223-9B10-06D65EB9D9C6}" authorId="{27DD254F-37CE-B72A-D929-E70B54B0ED62}" created="2025-05-09T17:20:23.641">
    <pc:sldMkLst xmlns:pc="http://schemas.microsoft.com/office/powerpoint/2013/main/command">
      <pc:docMk/>
      <pc:sldMk cId="1124616190" sldId="539"/>
    </pc:sldMkLst>
    <p188:txBody>
      <a:bodyPr/>
      <a:lstStyle/>
      <a:p>
        <a:r>
          <a:rPr lang="en-US"/>
          <a:t>sebas</a:t>
        </a:r>
      </a:p>
    </p188:txBody>
  </p188:cm>
</p188:cmLst>
</file>

<file path=ppt/comments/modernComment_21C_10C0F3C0.xml><?xml version="1.0" encoding="utf-8"?>
<p188:cmLst xmlns:a="http://schemas.openxmlformats.org/drawingml/2006/main" xmlns:r="http://schemas.openxmlformats.org/officeDocument/2006/relationships" xmlns:p188="http://schemas.microsoft.com/office/powerpoint/2018/8/main">
  <p188:cm id="{11CE1347-AC39-47DA-869C-8FE83F8BB829}" authorId="{27DD254F-37CE-B72A-D929-E70B54B0ED62}" created="2025-05-09T17:20:57.283">
    <pc:sldMkLst xmlns:pc="http://schemas.microsoft.com/office/powerpoint/2013/main/command">
      <pc:docMk/>
      <pc:sldMk cId="281080768" sldId="540"/>
    </pc:sldMkLst>
    <p188:txBody>
      <a:bodyPr/>
      <a:lstStyle/>
      <a:p>
        <a:r>
          <a:rPr lang="en-US"/>
          <a:t>nata</a:t>
        </a:r>
      </a:p>
    </p188:txBody>
  </p188:cm>
</p188:cmLst>
</file>

<file path=ppt/comments/modernComment_21D_434DFD69.xml><?xml version="1.0" encoding="utf-8"?>
<p188:cmLst xmlns:a="http://schemas.openxmlformats.org/drawingml/2006/main" xmlns:r="http://schemas.openxmlformats.org/officeDocument/2006/relationships" xmlns:p188="http://schemas.microsoft.com/office/powerpoint/2018/8/main">
  <p188:cm id="{6C7D49E4-DED9-468E-899C-36759F392501}" authorId="{27DD254F-37CE-B72A-D929-E70B54B0ED62}" created="2025-05-09T17:20:07.781">
    <pc:sldMkLst xmlns:pc="http://schemas.microsoft.com/office/powerpoint/2013/main/command">
      <pc:docMk/>
      <pc:sldMk cId="1129184617" sldId="541"/>
    </pc:sldMkLst>
    <p188:txBody>
      <a:bodyPr/>
      <a:lstStyle/>
      <a:p>
        <a:r>
          <a:rPr lang="en-US"/>
          <a:t>sebas</a:t>
        </a:r>
      </a:p>
    </p188:txBody>
  </p188:cm>
</p188:cmLst>
</file>

<file path=ppt/comments/modernComment_21E_F38A607B.xml><?xml version="1.0" encoding="utf-8"?>
<p188:cmLst xmlns:a="http://schemas.openxmlformats.org/drawingml/2006/main" xmlns:r="http://schemas.openxmlformats.org/officeDocument/2006/relationships" xmlns:p188="http://schemas.microsoft.com/office/powerpoint/2018/8/main">
  <p188:cm id="{20918AB3-C62C-4B09-8CAF-EA0690183F3F}" authorId="{27DD254F-37CE-B72A-D929-E70B54B0ED62}" created="2025-05-09T17:20:51.080">
    <pc:sldMkLst xmlns:pc="http://schemas.microsoft.com/office/powerpoint/2013/main/command">
      <pc:docMk/>
      <pc:sldMk cId="4085932155" sldId="542"/>
    </pc:sldMkLst>
    <p188:txBody>
      <a:bodyPr/>
      <a:lstStyle/>
      <a:p>
        <a:r>
          <a:rPr lang="en-US"/>
          <a:t>sebas</a:t>
        </a:r>
      </a:p>
    </p188:txBody>
  </p188:cm>
</p188:cmLst>
</file>

<file path=ppt/comments/modernComment_22C_2461712B.xml><?xml version="1.0" encoding="utf-8"?>
<p188:cmLst xmlns:a="http://schemas.openxmlformats.org/drawingml/2006/main" xmlns:r="http://schemas.openxmlformats.org/officeDocument/2006/relationships" xmlns:p188="http://schemas.microsoft.com/office/powerpoint/2018/8/main">
  <p188:cm id="{28F456A8-017C-44BB-B0DA-251F321016DF}" authorId="{27DD254F-37CE-B72A-D929-E70B54B0ED62}" created="2025-05-09T17:23:09.288">
    <pc:sldMkLst xmlns:pc="http://schemas.microsoft.com/office/powerpoint/2013/main/command">
      <pc:docMk/>
      <pc:sldMk cId="244571600" sldId="554"/>
    </pc:sldMkLst>
    <p188:txBody>
      <a:bodyPr/>
      <a:lstStyle/>
      <a:p>
        <a:r>
          <a:rPr lang="en-US"/>
          <a:t>2</a:t>
        </a:r>
      </a:p>
    </p188:txBody>
  </p188:cm>
</p188:cmLst>
</file>

<file path=ppt/comments/modernComment_22D_3032A30.xml><?xml version="1.0" encoding="utf-8"?>
<p188:cmLst xmlns:a="http://schemas.openxmlformats.org/drawingml/2006/main" xmlns:r="http://schemas.openxmlformats.org/officeDocument/2006/relationships" xmlns:p188="http://schemas.microsoft.com/office/powerpoint/2018/8/main">
  <p188:cm id="{13417762-9219-4DAF-B33E-5393D017C703}" authorId="{27DD254F-37CE-B72A-D929-E70B54B0ED62}" created="2025-05-09T17:21:40.691">
    <pc:sldMkLst xmlns:pc="http://schemas.microsoft.com/office/powerpoint/2013/main/command">
      <pc:docMk/>
      <pc:sldMk cId="458058105" sldId="536"/>
    </pc:sldMkLst>
    <p188:txBody>
      <a:bodyPr/>
      <a:lstStyle/>
      <a:p>
        <a:r>
          <a:rPr lang="en-US"/>
          <a:t>nata</a:t>
        </a:r>
      </a:p>
    </p188:txBody>
  </p188:cm>
</p188:cmLst>
</file>

<file path=ppt/comments/modernComment_22E_DB9C041C.xml><?xml version="1.0" encoding="utf-8"?>
<p188:cmLst xmlns:a="http://schemas.openxmlformats.org/drawingml/2006/main" xmlns:r="http://schemas.openxmlformats.org/officeDocument/2006/relationships" xmlns:p188="http://schemas.microsoft.com/office/powerpoint/2018/8/main">
  <p188:cm id="{A9B19FBF-A587-4E31-A5A9-F0099AA3C3AC}" authorId="{27DD254F-37CE-B72A-D929-E70B54B0ED62}" created="2025-05-09T17:22:58.537">
    <pc:sldMkLst xmlns:pc="http://schemas.microsoft.com/office/powerpoint/2013/main/command">
      <pc:docMk/>
      <pc:sldMk cId="3718316083" sldId="551"/>
    </pc:sldMkLst>
    <p188:txBody>
      <a:bodyPr/>
      <a:lstStyle/>
      <a:p>
        <a:r>
          <a:rPr lang="en-US"/>
          <a:t>nata</a:t>
        </a:r>
      </a:p>
    </p188:txBody>
  </p188:cm>
</p188:cmLst>
</file>

<file path=ppt/comments/modernComment_219_B5143432.xml><?xml version="1.0" encoding="utf-8"?>
<p188:cmLst xmlns:a="http://schemas.openxmlformats.org/drawingml/2006/main" xmlns:r="http://schemas.openxmlformats.org/officeDocument/2006/relationships" xmlns:p188="http://schemas.microsoft.com/office/powerpoint/2018/8/main">
  <p188:cm id="{71994EE0-44FA-481C-B4D0-1439E29A1575}" authorId="{27DD254F-37CE-B72A-D929-E70B54B0ED62}" created="2025-05-09T17:21:13.893">
    <pc:sldMkLst xmlns:pc="http://schemas.microsoft.com/office/powerpoint/2013/main/command">
      <pc:docMk/>
      <pc:sldMk cId="3038000178" sldId="537"/>
    </pc:sldMkLst>
    <p188:txBody>
      <a:bodyPr/>
      <a:lstStyle/>
      <a:p>
        <a:r>
          <a:rPr lang="en-US"/>
          <a:t>nata</a:t>
        </a:r>
      </a:p>
    </p188:txBody>
  </p188:cm>
</p188:cmLst>
</file>

<file path=ppt/comments/modernComment_222_EF061CDA.xml><?xml version="1.0" encoding="utf-8"?>
<p188:cmLst xmlns:a="http://schemas.openxmlformats.org/drawingml/2006/main" xmlns:r="http://schemas.openxmlformats.org/officeDocument/2006/relationships" xmlns:p188="http://schemas.microsoft.com/office/powerpoint/2018/8/main">
  <p188:cm id="{A3F2F1A4-9DD4-4FE6-974E-CBBCD1B0ADFE}" authorId="{27DD254F-37CE-B72A-D929-E70B54B0ED62}" created="2025-05-09T17:22:13.958">
    <pc:sldMkLst xmlns:pc="http://schemas.microsoft.com/office/powerpoint/2013/main/command">
      <pc:docMk/>
      <pc:sldMk cId="4010155226" sldId="546"/>
    </pc:sldMkLst>
    <p188:txBody>
      <a:bodyPr/>
      <a:lstStyle/>
      <a:p>
        <a:r>
          <a:rPr lang="en-US"/>
          <a:t>sebas</a:t>
        </a:r>
      </a:p>
    </p188:txBody>
  </p188:cm>
</p188:cmLst>
</file>

<file path=ppt/comments/modernComment_223_7C8BC086.xml><?xml version="1.0" encoding="utf-8"?>
<p188:cmLst xmlns:a="http://schemas.openxmlformats.org/drawingml/2006/main" xmlns:r="http://schemas.openxmlformats.org/officeDocument/2006/relationships" xmlns:p188="http://schemas.microsoft.com/office/powerpoint/2018/8/main">
  <p188:cm id="{11D43E4A-0035-4D84-9B36-73E2E2448091}" authorId="{27DD254F-37CE-B72A-D929-E70B54B0ED62}" created="2025-05-09T17:21:19.706">
    <pc:sldMkLst xmlns:pc="http://schemas.microsoft.com/office/powerpoint/2013/main/command">
      <pc:docMk/>
      <pc:sldMk cId="2089533574" sldId="547"/>
    </pc:sldMkLst>
    <p188:txBody>
      <a:bodyPr/>
      <a:lstStyle/>
      <a:p>
        <a:r>
          <a:rPr lang="en-US"/>
          <a:t>nata</a:t>
        </a:r>
      </a:p>
    </p188:txBody>
  </p188:cm>
</p188:cmLst>
</file>

<file path=ppt/comments/modernComment_226_768363AE.xml><?xml version="1.0" encoding="utf-8"?>
<p188:cmLst xmlns:a="http://schemas.openxmlformats.org/drawingml/2006/main" xmlns:r="http://schemas.openxmlformats.org/officeDocument/2006/relationships" xmlns:p188="http://schemas.microsoft.com/office/powerpoint/2018/8/main">
  <p188:cm id="{FE43FFE9-36EB-4E53-883D-5EEF56E102CA}" authorId="{27DD254F-37CE-B72A-D929-E70B54B0ED62}" created="2025-05-09T17:22:30.802">
    <pc:sldMkLst xmlns:pc="http://schemas.microsoft.com/office/powerpoint/2013/main/command">
      <pc:docMk/>
      <pc:sldMk cId="1988322222" sldId="550"/>
    </pc:sldMkLst>
    <p188:txBody>
      <a:bodyPr/>
      <a:lstStyle/>
      <a:p>
        <a:r>
          <a:rPr lang="en-US"/>
          <a:t>nata</a:t>
        </a:r>
      </a:p>
    </p188:txBody>
  </p188:cm>
</p188:cmLst>
</file>

<file path=ppt/comments/modernComment_228_613163C3.xml><?xml version="1.0" encoding="utf-8"?>
<p188:cmLst xmlns:a="http://schemas.openxmlformats.org/drawingml/2006/main" xmlns:r="http://schemas.openxmlformats.org/officeDocument/2006/relationships" xmlns:p188="http://schemas.microsoft.com/office/powerpoint/2018/8/main">
  <p188:cm id="{0FD563B2-54F7-4635-8CC4-79887C0E67AD}" authorId="{27DD254F-37CE-B72A-D929-E70B54B0ED62}" created="2025-05-09T17:22:47.303">
    <pc:sldMkLst xmlns:pc="http://schemas.microsoft.com/office/powerpoint/2013/main/command">
      <pc:docMk/>
      <pc:sldMk cId="1630626755" sldId="552"/>
    </pc:sldMkLst>
    <p188:txBody>
      <a:bodyPr/>
      <a:lstStyle/>
      <a:p>
        <a:r>
          <a:rPr lang="en-US"/>
          <a:t>sebas</a:t>
        </a:r>
      </a:p>
    </p188:txBody>
  </p188:cm>
</p188:cmLst>
</file>

<file path=ppt/comments/modernComment_229_DDB1419.xml><?xml version="1.0" encoding="utf-8"?>
<p188:cmLst xmlns:a="http://schemas.openxmlformats.org/drawingml/2006/main" xmlns:r="http://schemas.openxmlformats.org/officeDocument/2006/relationships" xmlns:p188="http://schemas.microsoft.com/office/powerpoint/2018/8/main">
  <p188:cm id="{9EBFFACB-0D40-469D-A747-BBE84DF64409}" authorId="{27DD254F-37CE-B72A-D929-E70B54B0ED62}" created="2025-05-09T17:20:38.392">
    <pc:sldMkLst xmlns:pc="http://schemas.microsoft.com/office/powerpoint/2013/main/command">
      <pc:docMk/>
      <pc:sldMk cId="232461337" sldId="553"/>
    </pc:sldMkLst>
    <p188:txBody>
      <a:bodyPr/>
      <a:lstStyle/>
      <a:p>
        <a:r>
          <a:rPr lang="en-US"/>
          <a:t>sebas</a:t>
        </a:r>
      </a:p>
    </p188:txBody>
  </p188:cm>
</p188:cmLst>
</file>

<file path=ppt/comments/modernComment_233_9BB658D1.xml><?xml version="1.0" encoding="utf-8"?>
<p188:cmLst xmlns:a="http://schemas.openxmlformats.org/drawingml/2006/main" xmlns:r="http://schemas.openxmlformats.org/officeDocument/2006/relationships" xmlns:p188="http://schemas.microsoft.com/office/powerpoint/2018/8/main">
  <p188:cm id="{28979E4E-E771-4D3F-9FBE-02225C1AC9D2}" authorId="{27DD254F-37CE-B72A-D929-E70B54B0ED62}" created="2025-05-09T17:21:40.691">
    <pc:sldMkLst xmlns:pc="http://schemas.microsoft.com/office/powerpoint/2013/main/command">
      <pc:docMk/>
      <pc:sldMk cId="458058105" sldId="536"/>
    </pc:sldMkLst>
    <p188:txBody>
      <a:bodyPr/>
      <a:lstStyle/>
      <a:p>
        <a:r>
          <a:rPr lang="en-US"/>
          <a:t>nata</a:t>
        </a:r>
      </a:p>
    </p188:txBody>
  </p188:cm>
</p188:cmLst>
</file>

<file path=ppt/comments/modernComment_236_8ECEF57.xml><?xml version="1.0" encoding="utf-8"?>
<p188:cmLst xmlns:a="http://schemas.openxmlformats.org/drawingml/2006/main" xmlns:r="http://schemas.openxmlformats.org/officeDocument/2006/relationships" xmlns:p188="http://schemas.microsoft.com/office/powerpoint/2018/8/main">
  <p188:cm id="{56200360-B82C-4E60-A753-03F69D218CAA}" authorId="{27DD254F-37CE-B72A-D929-E70B54B0ED62}" created="2025-05-09T17:20:57.283">
    <pc:sldMkLst xmlns:pc="http://schemas.microsoft.com/office/powerpoint/2013/main/command">
      <pc:docMk/>
      <pc:sldMk cId="281080768" sldId="540"/>
    </pc:sldMkLst>
    <p188:txBody>
      <a:bodyPr/>
      <a:lstStyle/>
      <a:p>
        <a:r>
          <a:rPr lang="en-US"/>
          <a:t>nata</a:t>
        </a:r>
      </a:p>
    </p188:txBody>
  </p188:cm>
</p188:cmLst>
</file>

<file path=ppt/comments/modernComment_237_72A59524.xml><?xml version="1.0" encoding="utf-8"?>
<p188:cmLst xmlns:a="http://schemas.openxmlformats.org/drawingml/2006/main" xmlns:r="http://schemas.openxmlformats.org/officeDocument/2006/relationships" xmlns:p188="http://schemas.microsoft.com/office/powerpoint/2018/8/main">
  <p188:cm id="{DDDDD488-707B-43E7-ACCC-8B37F109A936}" authorId="{27DD254F-37CE-B72A-D929-E70B54B0ED62}" created="2025-05-09T17:22:13.958">
    <pc:sldMkLst xmlns:pc="http://schemas.microsoft.com/office/powerpoint/2013/main/command">
      <pc:docMk/>
      <pc:sldMk cId="4010155226" sldId="546"/>
    </pc:sldMkLst>
    <p188:txBody>
      <a:bodyPr/>
      <a:lstStyle/>
      <a:p>
        <a:r>
          <a:rPr lang="en-US"/>
          <a:t>sebas</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9999AFE6-721E-1D92-FFC0-72E02DBB97B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CO" dirty="0"/>
          </a:p>
        </p:txBody>
      </p:sp>
      <p:sp>
        <p:nvSpPr>
          <p:cNvPr id="3" name="Marcador de fecha 2">
            <a:extLst>
              <a:ext uri="{FF2B5EF4-FFF2-40B4-BE49-F238E27FC236}">
                <a16:creationId xmlns:a16="http://schemas.microsoft.com/office/drawing/2014/main" id="{BA598C0A-ECF9-B897-80D5-1AE7ABA3058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8369B9F-131C-2846-AB8F-CEE154B4CAEB}" type="datetimeFigureOut">
              <a:rPr lang="es-CO" smtClean="0"/>
              <a:t>27/04/2026</a:t>
            </a:fld>
            <a:endParaRPr lang="es-CO" dirty="0"/>
          </a:p>
        </p:txBody>
      </p:sp>
      <p:sp>
        <p:nvSpPr>
          <p:cNvPr id="4" name="Marcador de pie de página 3">
            <a:extLst>
              <a:ext uri="{FF2B5EF4-FFF2-40B4-BE49-F238E27FC236}">
                <a16:creationId xmlns:a16="http://schemas.microsoft.com/office/drawing/2014/main" id="{788F308B-0102-A0B4-9A23-E807C735E852}"/>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s-CO" dirty="0"/>
          </a:p>
        </p:txBody>
      </p:sp>
      <p:sp>
        <p:nvSpPr>
          <p:cNvPr id="5" name="Marcador de número de diapositiva 4">
            <a:extLst>
              <a:ext uri="{FF2B5EF4-FFF2-40B4-BE49-F238E27FC236}">
                <a16:creationId xmlns:a16="http://schemas.microsoft.com/office/drawing/2014/main" id="{1E7CACDD-5D14-572A-2591-609B03F1682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293070F-3F68-E043-9CC3-B53B4F22454C}" type="slidenum">
              <a:rPr lang="es-CO" smtClean="0"/>
              <a:t>‹Nº›</a:t>
            </a:fld>
            <a:endParaRPr lang="es-CO" dirty="0"/>
          </a:p>
        </p:txBody>
      </p:sp>
    </p:spTree>
    <p:extLst>
      <p:ext uri="{BB962C8B-B14F-4D97-AF65-F5344CB8AC3E}">
        <p14:creationId xmlns:p14="http://schemas.microsoft.com/office/powerpoint/2010/main" val="347004591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CO" dirty="0"/>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660CB96-A603-FF42-AE46-F5F75F80A67B}" type="datetimeFigureOut">
              <a:rPr lang="es-CO" smtClean="0"/>
              <a:t>27/04/2026</a:t>
            </a:fld>
            <a:endParaRPr lang="es-CO" dirty="0"/>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CO" dirty="0"/>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CO" dirty="0"/>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906C58E-460D-4A4B-B0C2-1191B9D14FCB}" type="slidenum">
              <a:rPr lang="es-CO" smtClean="0"/>
              <a:t>‹Nº›</a:t>
            </a:fld>
            <a:endParaRPr lang="es-CO" dirty="0"/>
          </a:p>
        </p:txBody>
      </p:sp>
    </p:spTree>
    <p:extLst>
      <p:ext uri="{BB962C8B-B14F-4D97-AF65-F5344CB8AC3E}">
        <p14:creationId xmlns:p14="http://schemas.microsoft.com/office/powerpoint/2010/main" val="10213026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095260C-E8AD-B240-9481-5B2FE14A606C}"/>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CO"/>
          </a:p>
        </p:txBody>
      </p:sp>
      <p:sp>
        <p:nvSpPr>
          <p:cNvPr id="3" name="Subtítulo 2">
            <a:extLst>
              <a:ext uri="{FF2B5EF4-FFF2-40B4-BE49-F238E27FC236}">
                <a16:creationId xmlns:a16="http://schemas.microsoft.com/office/drawing/2014/main" id="{A8F4960B-AC04-294C-9B8A-B10830EF5F0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CO"/>
          </a:p>
        </p:txBody>
      </p:sp>
      <p:sp>
        <p:nvSpPr>
          <p:cNvPr id="4" name="Marcador de fecha 3">
            <a:extLst>
              <a:ext uri="{FF2B5EF4-FFF2-40B4-BE49-F238E27FC236}">
                <a16:creationId xmlns:a16="http://schemas.microsoft.com/office/drawing/2014/main" id="{89F720DD-BA8F-C443-A59E-F0EEAF843AB1}"/>
              </a:ext>
            </a:extLst>
          </p:cNvPr>
          <p:cNvSpPr>
            <a:spLocks noGrp="1"/>
          </p:cNvSpPr>
          <p:nvPr>
            <p:ph type="dt" sz="half" idx="10"/>
          </p:nvPr>
        </p:nvSpPr>
        <p:spPr/>
        <p:txBody>
          <a:bodyPr/>
          <a:lstStyle/>
          <a:p>
            <a:fld id="{BD986248-06F7-A441-A47A-264EBD310E11}" type="datetimeFigureOut">
              <a:rPr lang="es-CO" smtClean="0"/>
              <a:t>27/04/2026</a:t>
            </a:fld>
            <a:endParaRPr lang="es-CO" dirty="0"/>
          </a:p>
        </p:txBody>
      </p:sp>
      <p:sp>
        <p:nvSpPr>
          <p:cNvPr id="5" name="Marcador de pie de página 4">
            <a:extLst>
              <a:ext uri="{FF2B5EF4-FFF2-40B4-BE49-F238E27FC236}">
                <a16:creationId xmlns:a16="http://schemas.microsoft.com/office/drawing/2014/main" id="{F9A1676A-B50F-4048-B9A0-67475225D0C3}"/>
              </a:ext>
            </a:extLst>
          </p:cNvPr>
          <p:cNvSpPr>
            <a:spLocks noGrp="1"/>
          </p:cNvSpPr>
          <p:nvPr>
            <p:ph type="ftr" sz="quarter" idx="11"/>
          </p:nvPr>
        </p:nvSpPr>
        <p:spPr/>
        <p:txBody>
          <a:bodyPr/>
          <a:lstStyle/>
          <a:p>
            <a:endParaRPr lang="es-CO" dirty="0"/>
          </a:p>
        </p:txBody>
      </p:sp>
      <p:sp>
        <p:nvSpPr>
          <p:cNvPr id="6" name="Marcador de número de diapositiva 5">
            <a:extLst>
              <a:ext uri="{FF2B5EF4-FFF2-40B4-BE49-F238E27FC236}">
                <a16:creationId xmlns:a16="http://schemas.microsoft.com/office/drawing/2014/main" id="{90B408DD-191C-9940-B5DC-9B04378C876B}"/>
              </a:ext>
            </a:extLst>
          </p:cNvPr>
          <p:cNvSpPr>
            <a:spLocks noGrp="1"/>
          </p:cNvSpPr>
          <p:nvPr>
            <p:ph type="sldNum" sz="quarter" idx="12"/>
          </p:nvPr>
        </p:nvSpPr>
        <p:spPr/>
        <p:txBody>
          <a:bodyPr/>
          <a:lstStyle/>
          <a:p>
            <a:fld id="{63E15DF6-230E-2E43-B847-68755106EC6D}" type="slidenum">
              <a:rPr lang="es-CO" smtClean="0"/>
              <a:t>‹Nº›</a:t>
            </a:fld>
            <a:endParaRPr lang="es-CO" dirty="0"/>
          </a:p>
        </p:txBody>
      </p:sp>
    </p:spTree>
    <p:extLst>
      <p:ext uri="{BB962C8B-B14F-4D97-AF65-F5344CB8AC3E}">
        <p14:creationId xmlns:p14="http://schemas.microsoft.com/office/powerpoint/2010/main" val="23794502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7817F6C-CDBB-234C-B00B-255C60E54836}"/>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29743F10-0075-0F47-A0C2-0071CB2B3840}"/>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3AB4C6E2-1F45-C54F-A384-6BA60BB5E5E7}"/>
              </a:ext>
            </a:extLst>
          </p:cNvPr>
          <p:cNvSpPr>
            <a:spLocks noGrp="1"/>
          </p:cNvSpPr>
          <p:nvPr>
            <p:ph type="dt" sz="half" idx="10"/>
          </p:nvPr>
        </p:nvSpPr>
        <p:spPr/>
        <p:txBody>
          <a:bodyPr/>
          <a:lstStyle/>
          <a:p>
            <a:fld id="{BD986248-06F7-A441-A47A-264EBD310E11}" type="datetimeFigureOut">
              <a:rPr lang="es-CO" smtClean="0"/>
              <a:t>27/04/2026</a:t>
            </a:fld>
            <a:endParaRPr lang="es-CO" dirty="0"/>
          </a:p>
        </p:txBody>
      </p:sp>
      <p:sp>
        <p:nvSpPr>
          <p:cNvPr id="5" name="Marcador de pie de página 4">
            <a:extLst>
              <a:ext uri="{FF2B5EF4-FFF2-40B4-BE49-F238E27FC236}">
                <a16:creationId xmlns:a16="http://schemas.microsoft.com/office/drawing/2014/main" id="{EF44B0E8-9C87-6C41-96F5-6419B5000575}"/>
              </a:ext>
            </a:extLst>
          </p:cNvPr>
          <p:cNvSpPr>
            <a:spLocks noGrp="1"/>
          </p:cNvSpPr>
          <p:nvPr>
            <p:ph type="ftr" sz="quarter" idx="11"/>
          </p:nvPr>
        </p:nvSpPr>
        <p:spPr/>
        <p:txBody>
          <a:bodyPr/>
          <a:lstStyle/>
          <a:p>
            <a:endParaRPr lang="es-CO" dirty="0"/>
          </a:p>
        </p:txBody>
      </p:sp>
      <p:sp>
        <p:nvSpPr>
          <p:cNvPr id="6" name="Marcador de número de diapositiva 5">
            <a:extLst>
              <a:ext uri="{FF2B5EF4-FFF2-40B4-BE49-F238E27FC236}">
                <a16:creationId xmlns:a16="http://schemas.microsoft.com/office/drawing/2014/main" id="{2DD08979-815A-D443-B424-FB031F975D72}"/>
              </a:ext>
            </a:extLst>
          </p:cNvPr>
          <p:cNvSpPr>
            <a:spLocks noGrp="1"/>
          </p:cNvSpPr>
          <p:nvPr>
            <p:ph type="sldNum" sz="quarter" idx="12"/>
          </p:nvPr>
        </p:nvSpPr>
        <p:spPr/>
        <p:txBody>
          <a:bodyPr/>
          <a:lstStyle/>
          <a:p>
            <a:fld id="{63E15DF6-230E-2E43-B847-68755106EC6D}" type="slidenum">
              <a:rPr lang="es-CO" smtClean="0"/>
              <a:t>‹Nº›</a:t>
            </a:fld>
            <a:endParaRPr lang="es-CO" dirty="0"/>
          </a:p>
        </p:txBody>
      </p:sp>
    </p:spTree>
    <p:extLst>
      <p:ext uri="{BB962C8B-B14F-4D97-AF65-F5344CB8AC3E}">
        <p14:creationId xmlns:p14="http://schemas.microsoft.com/office/powerpoint/2010/main" val="16422036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B4B3E04-413C-394A-94BD-6FD1D56E17FC}"/>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D2E8DEAC-948A-0F4A-9098-1EA5A30BE36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BF0E9B39-9659-7747-851C-17A0C73C8B12}"/>
              </a:ext>
            </a:extLst>
          </p:cNvPr>
          <p:cNvSpPr>
            <a:spLocks noGrp="1"/>
          </p:cNvSpPr>
          <p:nvPr>
            <p:ph type="dt" sz="half" idx="10"/>
          </p:nvPr>
        </p:nvSpPr>
        <p:spPr/>
        <p:txBody>
          <a:bodyPr/>
          <a:lstStyle/>
          <a:p>
            <a:fld id="{BD986248-06F7-A441-A47A-264EBD310E11}" type="datetimeFigureOut">
              <a:rPr lang="es-CO" smtClean="0"/>
              <a:t>27/04/2026</a:t>
            </a:fld>
            <a:endParaRPr lang="es-CO" dirty="0"/>
          </a:p>
        </p:txBody>
      </p:sp>
      <p:sp>
        <p:nvSpPr>
          <p:cNvPr id="5" name="Marcador de pie de página 4">
            <a:extLst>
              <a:ext uri="{FF2B5EF4-FFF2-40B4-BE49-F238E27FC236}">
                <a16:creationId xmlns:a16="http://schemas.microsoft.com/office/drawing/2014/main" id="{5990AE33-28EE-274E-8E15-02A1474831B8}"/>
              </a:ext>
            </a:extLst>
          </p:cNvPr>
          <p:cNvSpPr>
            <a:spLocks noGrp="1"/>
          </p:cNvSpPr>
          <p:nvPr>
            <p:ph type="ftr" sz="quarter" idx="11"/>
          </p:nvPr>
        </p:nvSpPr>
        <p:spPr/>
        <p:txBody>
          <a:bodyPr/>
          <a:lstStyle/>
          <a:p>
            <a:endParaRPr lang="es-CO" dirty="0"/>
          </a:p>
        </p:txBody>
      </p:sp>
      <p:sp>
        <p:nvSpPr>
          <p:cNvPr id="6" name="Marcador de número de diapositiva 5">
            <a:extLst>
              <a:ext uri="{FF2B5EF4-FFF2-40B4-BE49-F238E27FC236}">
                <a16:creationId xmlns:a16="http://schemas.microsoft.com/office/drawing/2014/main" id="{4EA1D99B-0619-1847-8509-03589920E86F}"/>
              </a:ext>
            </a:extLst>
          </p:cNvPr>
          <p:cNvSpPr>
            <a:spLocks noGrp="1"/>
          </p:cNvSpPr>
          <p:nvPr>
            <p:ph type="sldNum" sz="quarter" idx="12"/>
          </p:nvPr>
        </p:nvSpPr>
        <p:spPr/>
        <p:txBody>
          <a:bodyPr/>
          <a:lstStyle/>
          <a:p>
            <a:fld id="{63E15DF6-230E-2E43-B847-68755106EC6D}" type="slidenum">
              <a:rPr lang="es-CO" smtClean="0"/>
              <a:t>‹Nº›</a:t>
            </a:fld>
            <a:endParaRPr lang="es-CO" dirty="0"/>
          </a:p>
        </p:txBody>
      </p:sp>
    </p:spTree>
    <p:extLst>
      <p:ext uri="{BB962C8B-B14F-4D97-AF65-F5344CB8AC3E}">
        <p14:creationId xmlns:p14="http://schemas.microsoft.com/office/powerpoint/2010/main" val="11303769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F0119BB-39AA-4B48-BB60-3EE344FF24B4}"/>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58E8365F-8201-9D4B-85A4-E53E8819A86D}"/>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contenido 3">
            <a:extLst>
              <a:ext uri="{FF2B5EF4-FFF2-40B4-BE49-F238E27FC236}">
                <a16:creationId xmlns:a16="http://schemas.microsoft.com/office/drawing/2014/main" id="{C674364B-4945-0A4D-A279-35519E3F46DE}"/>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fecha 4">
            <a:extLst>
              <a:ext uri="{FF2B5EF4-FFF2-40B4-BE49-F238E27FC236}">
                <a16:creationId xmlns:a16="http://schemas.microsoft.com/office/drawing/2014/main" id="{2868BFB1-0C38-A141-AB7B-22CD10FF3F3D}"/>
              </a:ext>
            </a:extLst>
          </p:cNvPr>
          <p:cNvSpPr>
            <a:spLocks noGrp="1"/>
          </p:cNvSpPr>
          <p:nvPr>
            <p:ph type="dt" sz="half" idx="10"/>
          </p:nvPr>
        </p:nvSpPr>
        <p:spPr/>
        <p:txBody>
          <a:bodyPr/>
          <a:lstStyle/>
          <a:p>
            <a:fld id="{BD986248-06F7-A441-A47A-264EBD310E11}" type="datetimeFigureOut">
              <a:rPr lang="es-CO" smtClean="0"/>
              <a:t>27/04/2026</a:t>
            </a:fld>
            <a:endParaRPr lang="es-CO" dirty="0"/>
          </a:p>
        </p:txBody>
      </p:sp>
      <p:sp>
        <p:nvSpPr>
          <p:cNvPr id="6" name="Marcador de pie de página 5">
            <a:extLst>
              <a:ext uri="{FF2B5EF4-FFF2-40B4-BE49-F238E27FC236}">
                <a16:creationId xmlns:a16="http://schemas.microsoft.com/office/drawing/2014/main" id="{9FF6516E-C104-3E4A-BC0F-DC137BD98C42}"/>
              </a:ext>
            </a:extLst>
          </p:cNvPr>
          <p:cNvSpPr>
            <a:spLocks noGrp="1"/>
          </p:cNvSpPr>
          <p:nvPr>
            <p:ph type="ftr" sz="quarter" idx="11"/>
          </p:nvPr>
        </p:nvSpPr>
        <p:spPr/>
        <p:txBody>
          <a:bodyPr/>
          <a:lstStyle/>
          <a:p>
            <a:endParaRPr lang="es-CO" dirty="0"/>
          </a:p>
        </p:txBody>
      </p:sp>
      <p:sp>
        <p:nvSpPr>
          <p:cNvPr id="7" name="Marcador de número de diapositiva 6">
            <a:extLst>
              <a:ext uri="{FF2B5EF4-FFF2-40B4-BE49-F238E27FC236}">
                <a16:creationId xmlns:a16="http://schemas.microsoft.com/office/drawing/2014/main" id="{F2C08597-16B2-3B42-B59A-8815DD747357}"/>
              </a:ext>
            </a:extLst>
          </p:cNvPr>
          <p:cNvSpPr>
            <a:spLocks noGrp="1"/>
          </p:cNvSpPr>
          <p:nvPr>
            <p:ph type="sldNum" sz="quarter" idx="12"/>
          </p:nvPr>
        </p:nvSpPr>
        <p:spPr/>
        <p:txBody>
          <a:bodyPr/>
          <a:lstStyle/>
          <a:p>
            <a:fld id="{63E15DF6-230E-2E43-B847-68755106EC6D}" type="slidenum">
              <a:rPr lang="es-CO" smtClean="0"/>
              <a:t>‹Nº›</a:t>
            </a:fld>
            <a:endParaRPr lang="es-CO" dirty="0"/>
          </a:p>
        </p:txBody>
      </p:sp>
    </p:spTree>
    <p:extLst>
      <p:ext uri="{BB962C8B-B14F-4D97-AF65-F5344CB8AC3E}">
        <p14:creationId xmlns:p14="http://schemas.microsoft.com/office/powerpoint/2010/main" val="21425473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B44272C-3F8B-AF4A-82BE-E5BE9107D7B0}"/>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44B8DA00-E62A-A54E-BC50-AEBAAF25160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36E9F7D8-1A62-544F-A4E2-23A591854BA4}"/>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texto 4">
            <a:extLst>
              <a:ext uri="{FF2B5EF4-FFF2-40B4-BE49-F238E27FC236}">
                <a16:creationId xmlns:a16="http://schemas.microsoft.com/office/drawing/2014/main" id="{21895FC1-5F27-B640-81B9-33366BECB58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400D0329-F1AE-FE44-A7B4-B16B429A0C9A}"/>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Marcador de fecha 6">
            <a:extLst>
              <a:ext uri="{FF2B5EF4-FFF2-40B4-BE49-F238E27FC236}">
                <a16:creationId xmlns:a16="http://schemas.microsoft.com/office/drawing/2014/main" id="{5A80CE19-B065-6E4F-A207-999BBF94CA15}"/>
              </a:ext>
            </a:extLst>
          </p:cNvPr>
          <p:cNvSpPr>
            <a:spLocks noGrp="1"/>
          </p:cNvSpPr>
          <p:nvPr>
            <p:ph type="dt" sz="half" idx="10"/>
          </p:nvPr>
        </p:nvSpPr>
        <p:spPr/>
        <p:txBody>
          <a:bodyPr/>
          <a:lstStyle/>
          <a:p>
            <a:fld id="{BD986248-06F7-A441-A47A-264EBD310E11}" type="datetimeFigureOut">
              <a:rPr lang="es-CO" smtClean="0"/>
              <a:t>27/04/2026</a:t>
            </a:fld>
            <a:endParaRPr lang="es-CO" dirty="0"/>
          </a:p>
        </p:txBody>
      </p:sp>
      <p:sp>
        <p:nvSpPr>
          <p:cNvPr id="8" name="Marcador de pie de página 7">
            <a:extLst>
              <a:ext uri="{FF2B5EF4-FFF2-40B4-BE49-F238E27FC236}">
                <a16:creationId xmlns:a16="http://schemas.microsoft.com/office/drawing/2014/main" id="{299C46BF-4920-E443-B109-668969C5EB88}"/>
              </a:ext>
            </a:extLst>
          </p:cNvPr>
          <p:cNvSpPr>
            <a:spLocks noGrp="1"/>
          </p:cNvSpPr>
          <p:nvPr>
            <p:ph type="ftr" sz="quarter" idx="11"/>
          </p:nvPr>
        </p:nvSpPr>
        <p:spPr/>
        <p:txBody>
          <a:bodyPr/>
          <a:lstStyle/>
          <a:p>
            <a:endParaRPr lang="es-CO" dirty="0"/>
          </a:p>
        </p:txBody>
      </p:sp>
      <p:sp>
        <p:nvSpPr>
          <p:cNvPr id="9" name="Marcador de número de diapositiva 8">
            <a:extLst>
              <a:ext uri="{FF2B5EF4-FFF2-40B4-BE49-F238E27FC236}">
                <a16:creationId xmlns:a16="http://schemas.microsoft.com/office/drawing/2014/main" id="{9C417FDA-D0D0-AD4C-9F49-6FFEC4BC64C3}"/>
              </a:ext>
            </a:extLst>
          </p:cNvPr>
          <p:cNvSpPr>
            <a:spLocks noGrp="1"/>
          </p:cNvSpPr>
          <p:nvPr>
            <p:ph type="sldNum" sz="quarter" idx="12"/>
          </p:nvPr>
        </p:nvSpPr>
        <p:spPr/>
        <p:txBody>
          <a:bodyPr/>
          <a:lstStyle/>
          <a:p>
            <a:fld id="{63E15DF6-230E-2E43-B847-68755106EC6D}" type="slidenum">
              <a:rPr lang="es-CO" smtClean="0"/>
              <a:t>‹Nº›</a:t>
            </a:fld>
            <a:endParaRPr lang="es-CO" dirty="0"/>
          </a:p>
        </p:txBody>
      </p:sp>
    </p:spTree>
    <p:extLst>
      <p:ext uri="{BB962C8B-B14F-4D97-AF65-F5344CB8AC3E}">
        <p14:creationId xmlns:p14="http://schemas.microsoft.com/office/powerpoint/2010/main" val="21695401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4C92FB5-1F0C-DE4B-8A05-DE0792814E4F}"/>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fecha 2">
            <a:extLst>
              <a:ext uri="{FF2B5EF4-FFF2-40B4-BE49-F238E27FC236}">
                <a16:creationId xmlns:a16="http://schemas.microsoft.com/office/drawing/2014/main" id="{5AF7F14C-AA7D-3049-A400-4AC6EED53745}"/>
              </a:ext>
            </a:extLst>
          </p:cNvPr>
          <p:cNvSpPr>
            <a:spLocks noGrp="1"/>
          </p:cNvSpPr>
          <p:nvPr>
            <p:ph type="dt" sz="half" idx="10"/>
          </p:nvPr>
        </p:nvSpPr>
        <p:spPr/>
        <p:txBody>
          <a:bodyPr/>
          <a:lstStyle/>
          <a:p>
            <a:fld id="{BD986248-06F7-A441-A47A-264EBD310E11}" type="datetimeFigureOut">
              <a:rPr lang="es-CO" smtClean="0"/>
              <a:t>27/04/2026</a:t>
            </a:fld>
            <a:endParaRPr lang="es-CO" dirty="0"/>
          </a:p>
        </p:txBody>
      </p:sp>
      <p:sp>
        <p:nvSpPr>
          <p:cNvPr id="4" name="Marcador de pie de página 3">
            <a:extLst>
              <a:ext uri="{FF2B5EF4-FFF2-40B4-BE49-F238E27FC236}">
                <a16:creationId xmlns:a16="http://schemas.microsoft.com/office/drawing/2014/main" id="{E746EF7E-3912-BF43-BEB6-49819D4EEF21}"/>
              </a:ext>
            </a:extLst>
          </p:cNvPr>
          <p:cNvSpPr>
            <a:spLocks noGrp="1"/>
          </p:cNvSpPr>
          <p:nvPr>
            <p:ph type="ftr" sz="quarter" idx="11"/>
          </p:nvPr>
        </p:nvSpPr>
        <p:spPr/>
        <p:txBody>
          <a:bodyPr/>
          <a:lstStyle/>
          <a:p>
            <a:endParaRPr lang="es-CO" dirty="0"/>
          </a:p>
        </p:txBody>
      </p:sp>
      <p:sp>
        <p:nvSpPr>
          <p:cNvPr id="5" name="Marcador de número de diapositiva 4">
            <a:extLst>
              <a:ext uri="{FF2B5EF4-FFF2-40B4-BE49-F238E27FC236}">
                <a16:creationId xmlns:a16="http://schemas.microsoft.com/office/drawing/2014/main" id="{9BD767C9-209C-E54C-90E7-5176E4464B89}"/>
              </a:ext>
            </a:extLst>
          </p:cNvPr>
          <p:cNvSpPr>
            <a:spLocks noGrp="1"/>
          </p:cNvSpPr>
          <p:nvPr>
            <p:ph type="sldNum" sz="quarter" idx="12"/>
          </p:nvPr>
        </p:nvSpPr>
        <p:spPr/>
        <p:txBody>
          <a:bodyPr/>
          <a:lstStyle/>
          <a:p>
            <a:fld id="{63E15DF6-230E-2E43-B847-68755106EC6D}" type="slidenum">
              <a:rPr lang="es-CO" smtClean="0"/>
              <a:t>‹Nº›</a:t>
            </a:fld>
            <a:endParaRPr lang="es-CO" dirty="0"/>
          </a:p>
        </p:txBody>
      </p:sp>
    </p:spTree>
    <p:extLst>
      <p:ext uri="{BB962C8B-B14F-4D97-AF65-F5344CB8AC3E}">
        <p14:creationId xmlns:p14="http://schemas.microsoft.com/office/powerpoint/2010/main" val="18228511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77E92712-14E7-954C-8C23-33CD3DBD715B}"/>
              </a:ext>
            </a:extLst>
          </p:cNvPr>
          <p:cNvSpPr>
            <a:spLocks noGrp="1"/>
          </p:cNvSpPr>
          <p:nvPr>
            <p:ph type="dt" sz="half" idx="10"/>
          </p:nvPr>
        </p:nvSpPr>
        <p:spPr/>
        <p:txBody>
          <a:bodyPr/>
          <a:lstStyle/>
          <a:p>
            <a:fld id="{BD986248-06F7-A441-A47A-264EBD310E11}" type="datetimeFigureOut">
              <a:rPr lang="es-CO" smtClean="0"/>
              <a:t>27/04/2026</a:t>
            </a:fld>
            <a:endParaRPr lang="es-CO" dirty="0"/>
          </a:p>
        </p:txBody>
      </p:sp>
      <p:sp>
        <p:nvSpPr>
          <p:cNvPr id="3" name="Marcador de pie de página 2">
            <a:extLst>
              <a:ext uri="{FF2B5EF4-FFF2-40B4-BE49-F238E27FC236}">
                <a16:creationId xmlns:a16="http://schemas.microsoft.com/office/drawing/2014/main" id="{FD7BCE5F-F417-1247-9F26-F4B713468517}"/>
              </a:ext>
            </a:extLst>
          </p:cNvPr>
          <p:cNvSpPr>
            <a:spLocks noGrp="1"/>
          </p:cNvSpPr>
          <p:nvPr>
            <p:ph type="ftr" sz="quarter" idx="11"/>
          </p:nvPr>
        </p:nvSpPr>
        <p:spPr/>
        <p:txBody>
          <a:bodyPr/>
          <a:lstStyle/>
          <a:p>
            <a:endParaRPr lang="es-CO" dirty="0"/>
          </a:p>
        </p:txBody>
      </p:sp>
      <p:sp>
        <p:nvSpPr>
          <p:cNvPr id="4" name="Marcador de número de diapositiva 3">
            <a:extLst>
              <a:ext uri="{FF2B5EF4-FFF2-40B4-BE49-F238E27FC236}">
                <a16:creationId xmlns:a16="http://schemas.microsoft.com/office/drawing/2014/main" id="{20B4FC7D-A6BA-0840-87AD-C71B1896B98D}"/>
              </a:ext>
            </a:extLst>
          </p:cNvPr>
          <p:cNvSpPr>
            <a:spLocks noGrp="1"/>
          </p:cNvSpPr>
          <p:nvPr>
            <p:ph type="sldNum" sz="quarter" idx="12"/>
          </p:nvPr>
        </p:nvSpPr>
        <p:spPr/>
        <p:txBody>
          <a:bodyPr/>
          <a:lstStyle/>
          <a:p>
            <a:fld id="{63E15DF6-230E-2E43-B847-68755106EC6D}" type="slidenum">
              <a:rPr lang="es-CO" smtClean="0"/>
              <a:t>‹Nº›</a:t>
            </a:fld>
            <a:endParaRPr lang="es-CO" dirty="0"/>
          </a:p>
        </p:txBody>
      </p:sp>
    </p:spTree>
    <p:extLst>
      <p:ext uri="{BB962C8B-B14F-4D97-AF65-F5344CB8AC3E}">
        <p14:creationId xmlns:p14="http://schemas.microsoft.com/office/powerpoint/2010/main" val="25416207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CF2BE35-F0B5-DA4A-BE9E-AACFF26FF183}"/>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8E62C38B-5384-914E-829A-352266F70B9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texto 3">
            <a:extLst>
              <a:ext uri="{FF2B5EF4-FFF2-40B4-BE49-F238E27FC236}">
                <a16:creationId xmlns:a16="http://schemas.microsoft.com/office/drawing/2014/main" id="{A79E434B-6E01-8148-AB00-051DDD4020A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6E3E8B8D-7A8A-794B-83A8-6920142BBBD1}"/>
              </a:ext>
            </a:extLst>
          </p:cNvPr>
          <p:cNvSpPr>
            <a:spLocks noGrp="1"/>
          </p:cNvSpPr>
          <p:nvPr>
            <p:ph type="dt" sz="half" idx="10"/>
          </p:nvPr>
        </p:nvSpPr>
        <p:spPr/>
        <p:txBody>
          <a:bodyPr/>
          <a:lstStyle/>
          <a:p>
            <a:fld id="{BD986248-06F7-A441-A47A-264EBD310E11}" type="datetimeFigureOut">
              <a:rPr lang="es-CO" smtClean="0"/>
              <a:t>27/04/2026</a:t>
            </a:fld>
            <a:endParaRPr lang="es-CO" dirty="0"/>
          </a:p>
        </p:txBody>
      </p:sp>
      <p:sp>
        <p:nvSpPr>
          <p:cNvPr id="6" name="Marcador de pie de página 5">
            <a:extLst>
              <a:ext uri="{FF2B5EF4-FFF2-40B4-BE49-F238E27FC236}">
                <a16:creationId xmlns:a16="http://schemas.microsoft.com/office/drawing/2014/main" id="{582F34C9-1A26-0B41-8AE3-21E599CC561A}"/>
              </a:ext>
            </a:extLst>
          </p:cNvPr>
          <p:cNvSpPr>
            <a:spLocks noGrp="1"/>
          </p:cNvSpPr>
          <p:nvPr>
            <p:ph type="ftr" sz="quarter" idx="11"/>
          </p:nvPr>
        </p:nvSpPr>
        <p:spPr/>
        <p:txBody>
          <a:bodyPr/>
          <a:lstStyle/>
          <a:p>
            <a:endParaRPr lang="es-CO" dirty="0"/>
          </a:p>
        </p:txBody>
      </p:sp>
      <p:sp>
        <p:nvSpPr>
          <p:cNvPr id="7" name="Marcador de número de diapositiva 6">
            <a:extLst>
              <a:ext uri="{FF2B5EF4-FFF2-40B4-BE49-F238E27FC236}">
                <a16:creationId xmlns:a16="http://schemas.microsoft.com/office/drawing/2014/main" id="{782100B2-B969-0340-BEE2-F5FE05353DFA}"/>
              </a:ext>
            </a:extLst>
          </p:cNvPr>
          <p:cNvSpPr>
            <a:spLocks noGrp="1"/>
          </p:cNvSpPr>
          <p:nvPr>
            <p:ph type="sldNum" sz="quarter" idx="12"/>
          </p:nvPr>
        </p:nvSpPr>
        <p:spPr/>
        <p:txBody>
          <a:bodyPr/>
          <a:lstStyle/>
          <a:p>
            <a:fld id="{63E15DF6-230E-2E43-B847-68755106EC6D}" type="slidenum">
              <a:rPr lang="es-CO" smtClean="0"/>
              <a:t>‹Nº›</a:t>
            </a:fld>
            <a:endParaRPr lang="es-CO" dirty="0"/>
          </a:p>
        </p:txBody>
      </p:sp>
    </p:spTree>
    <p:extLst>
      <p:ext uri="{BB962C8B-B14F-4D97-AF65-F5344CB8AC3E}">
        <p14:creationId xmlns:p14="http://schemas.microsoft.com/office/powerpoint/2010/main" val="36971462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BADFDE3-8BDA-6F45-A442-3C2913AE5268}"/>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posición de imagen 2">
            <a:extLst>
              <a:ext uri="{FF2B5EF4-FFF2-40B4-BE49-F238E27FC236}">
                <a16:creationId xmlns:a16="http://schemas.microsoft.com/office/drawing/2014/main" id="{C08B3433-597C-7E43-A088-A50E4434313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dirty="0"/>
          </a:p>
        </p:txBody>
      </p:sp>
      <p:sp>
        <p:nvSpPr>
          <p:cNvPr id="4" name="Marcador de texto 3">
            <a:extLst>
              <a:ext uri="{FF2B5EF4-FFF2-40B4-BE49-F238E27FC236}">
                <a16:creationId xmlns:a16="http://schemas.microsoft.com/office/drawing/2014/main" id="{A20DB791-C948-D149-A74A-0C0DFCA0B49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1145138C-C370-6E42-902A-0DD2F4F614AE}"/>
              </a:ext>
            </a:extLst>
          </p:cNvPr>
          <p:cNvSpPr>
            <a:spLocks noGrp="1"/>
          </p:cNvSpPr>
          <p:nvPr>
            <p:ph type="dt" sz="half" idx="10"/>
          </p:nvPr>
        </p:nvSpPr>
        <p:spPr/>
        <p:txBody>
          <a:bodyPr/>
          <a:lstStyle/>
          <a:p>
            <a:fld id="{BD986248-06F7-A441-A47A-264EBD310E11}" type="datetimeFigureOut">
              <a:rPr lang="es-CO" smtClean="0"/>
              <a:t>27/04/2026</a:t>
            </a:fld>
            <a:endParaRPr lang="es-CO" dirty="0"/>
          </a:p>
        </p:txBody>
      </p:sp>
      <p:sp>
        <p:nvSpPr>
          <p:cNvPr id="6" name="Marcador de pie de página 5">
            <a:extLst>
              <a:ext uri="{FF2B5EF4-FFF2-40B4-BE49-F238E27FC236}">
                <a16:creationId xmlns:a16="http://schemas.microsoft.com/office/drawing/2014/main" id="{9A61561C-CA9F-0943-8A3E-60233368C60D}"/>
              </a:ext>
            </a:extLst>
          </p:cNvPr>
          <p:cNvSpPr>
            <a:spLocks noGrp="1"/>
          </p:cNvSpPr>
          <p:nvPr>
            <p:ph type="ftr" sz="quarter" idx="11"/>
          </p:nvPr>
        </p:nvSpPr>
        <p:spPr/>
        <p:txBody>
          <a:bodyPr/>
          <a:lstStyle/>
          <a:p>
            <a:endParaRPr lang="es-CO" dirty="0"/>
          </a:p>
        </p:txBody>
      </p:sp>
      <p:sp>
        <p:nvSpPr>
          <p:cNvPr id="7" name="Marcador de número de diapositiva 6">
            <a:extLst>
              <a:ext uri="{FF2B5EF4-FFF2-40B4-BE49-F238E27FC236}">
                <a16:creationId xmlns:a16="http://schemas.microsoft.com/office/drawing/2014/main" id="{67B72CA4-FB9F-FB4B-8159-119C3846C3CB}"/>
              </a:ext>
            </a:extLst>
          </p:cNvPr>
          <p:cNvSpPr>
            <a:spLocks noGrp="1"/>
          </p:cNvSpPr>
          <p:nvPr>
            <p:ph type="sldNum" sz="quarter" idx="12"/>
          </p:nvPr>
        </p:nvSpPr>
        <p:spPr/>
        <p:txBody>
          <a:bodyPr/>
          <a:lstStyle/>
          <a:p>
            <a:fld id="{63E15DF6-230E-2E43-B847-68755106EC6D}" type="slidenum">
              <a:rPr lang="es-CO" smtClean="0"/>
              <a:t>‹Nº›</a:t>
            </a:fld>
            <a:endParaRPr lang="es-CO" dirty="0"/>
          </a:p>
        </p:txBody>
      </p:sp>
    </p:spTree>
    <p:extLst>
      <p:ext uri="{BB962C8B-B14F-4D97-AF65-F5344CB8AC3E}">
        <p14:creationId xmlns:p14="http://schemas.microsoft.com/office/powerpoint/2010/main" val="10695029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07BF5-7EFA-9943-8CEE-7006AC893CB6}"/>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BEFF53FB-B16B-7444-99CF-B7533C11E26D}"/>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0C9133D3-834D-0942-99DE-29F15E8DC436}"/>
              </a:ext>
            </a:extLst>
          </p:cNvPr>
          <p:cNvSpPr>
            <a:spLocks noGrp="1"/>
          </p:cNvSpPr>
          <p:nvPr>
            <p:ph type="dt" sz="half" idx="10"/>
          </p:nvPr>
        </p:nvSpPr>
        <p:spPr/>
        <p:txBody>
          <a:bodyPr/>
          <a:lstStyle/>
          <a:p>
            <a:fld id="{BD986248-06F7-A441-A47A-264EBD310E11}" type="datetimeFigureOut">
              <a:rPr lang="es-CO" smtClean="0"/>
              <a:t>27/04/2026</a:t>
            </a:fld>
            <a:endParaRPr lang="es-CO" dirty="0"/>
          </a:p>
        </p:txBody>
      </p:sp>
      <p:sp>
        <p:nvSpPr>
          <p:cNvPr id="5" name="Marcador de pie de página 4">
            <a:extLst>
              <a:ext uri="{FF2B5EF4-FFF2-40B4-BE49-F238E27FC236}">
                <a16:creationId xmlns:a16="http://schemas.microsoft.com/office/drawing/2014/main" id="{5A5A02E1-CB07-7943-ACA2-6FF8387D32DF}"/>
              </a:ext>
            </a:extLst>
          </p:cNvPr>
          <p:cNvSpPr>
            <a:spLocks noGrp="1"/>
          </p:cNvSpPr>
          <p:nvPr>
            <p:ph type="ftr" sz="quarter" idx="11"/>
          </p:nvPr>
        </p:nvSpPr>
        <p:spPr/>
        <p:txBody>
          <a:bodyPr/>
          <a:lstStyle/>
          <a:p>
            <a:endParaRPr lang="es-CO" dirty="0"/>
          </a:p>
        </p:txBody>
      </p:sp>
      <p:sp>
        <p:nvSpPr>
          <p:cNvPr id="6" name="Marcador de número de diapositiva 5">
            <a:extLst>
              <a:ext uri="{FF2B5EF4-FFF2-40B4-BE49-F238E27FC236}">
                <a16:creationId xmlns:a16="http://schemas.microsoft.com/office/drawing/2014/main" id="{A12BC7A9-2B5F-1841-91C8-9460E3E551A3}"/>
              </a:ext>
            </a:extLst>
          </p:cNvPr>
          <p:cNvSpPr>
            <a:spLocks noGrp="1"/>
          </p:cNvSpPr>
          <p:nvPr>
            <p:ph type="sldNum" sz="quarter" idx="12"/>
          </p:nvPr>
        </p:nvSpPr>
        <p:spPr/>
        <p:txBody>
          <a:bodyPr/>
          <a:lstStyle/>
          <a:p>
            <a:fld id="{63E15DF6-230E-2E43-B847-68755106EC6D}" type="slidenum">
              <a:rPr lang="es-CO" smtClean="0"/>
              <a:t>‹Nº›</a:t>
            </a:fld>
            <a:endParaRPr lang="es-CO" dirty="0"/>
          </a:p>
        </p:txBody>
      </p:sp>
    </p:spTree>
    <p:extLst>
      <p:ext uri="{BB962C8B-B14F-4D97-AF65-F5344CB8AC3E}">
        <p14:creationId xmlns:p14="http://schemas.microsoft.com/office/powerpoint/2010/main" val="17114781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5C11DF48-6A7C-3349-8650-2AA87E5D5E66}"/>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95D61C96-3D9F-F745-A812-5EC81CEB48F4}"/>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B3F61D3C-242D-F544-9883-3EEF515CE808}"/>
              </a:ext>
            </a:extLst>
          </p:cNvPr>
          <p:cNvSpPr>
            <a:spLocks noGrp="1"/>
          </p:cNvSpPr>
          <p:nvPr>
            <p:ph type="dt" sz="half" idx="10"/>
          </p:nvPr>
        </p:nvSpPr>
        <p:spPr/>
        <p:txBody>
          <a:bodyPr/>
          <a:lstStyle/>
          <a:p>
            <a:fld id="{BD986248-06F7-A441-A47A-264EBD310E11}" type="datetimeFigureOut">
              <a:rPr lang="es-CO" smtClean="0"/>
              <a:t>27/04/2026</a:t>
            </a:fld>
            <a:endParaRPr lang="es-CO" dirty="0"/>
          </a:p>
        </p:txBody>
      </p:sp>
      <p:sp>
        <p:nvSpPr>
          <p:cNvPr id="5" name="Marcador de pie de página 4">
            <a:extLst>
              <a:ext uri="{FF2B5EF4-FFF2-40B4-BE49-F238E27FC236}">
                <a16:creationId xmlns:a16="http://schemas.microsoft.com/office/drawing/2014/main" id="{CCAB2518-6961-A143-A5EE-C5606EBA4863}"/>
              </a:ext>
            </a:extLst>
          </p:cNvPr>
          <p:cNvSpPr>
            <a:spLocks noGrp="1"/>
          </p:cNvSpPr>
          <p:nvPr>
            <p:ph type="ftr" sz="quarter" idx="11"/>
          </p:nvPr>
        </p:nvSpPr>
        <p:spPr/>
        <p:txBody>
          <a:bodyPr/>
          <a:lstStyle/>
          <a:p>
            <a:endParaRPr lang="es-CO" dirty="0"/>
          </a:p>
        </p:txBody>
      </p:sp>
      <p:sp>
        <p:nvSpPr>
          <p:cNvPr id="6" name="Marcador de número de diapositiva 5">
            <a:extLst>
              <a:ext uri="{FF2B5EF4-FFF2-40B4-BE49-F238E27FC236}">
                <a16:creationId xmlns:a16="http://schemas.microsoft.com/office/drawing/2014/main" id="{586FEAD3-1533-7A45-8011-C0C84A1DCD46}"/>
              </a:ext>
            </a:extLst>
          </p:cNvPr>
          <p:cNvSpPr>
            <a:spLocks noGrp="1"/>
          </p:cNvSpPr>
          <p:nvPr>
            <p:ph type="sldNum" sz="quarter" idx="12"/>
          </p:nvPr>
        </p:nvSpPr>
        <p:spPr/>
        <p:txBody>
          <a:bodyPr/>
          <a:lstStyle/>
          <a:p>
            <a:fld id="{63E15DF6-230E-2E43-B847-68755106EC6D}" type="slidenum">
              <a:rPr lang="es-CO" smtClean="0"/>
              <a:t>‹Nº›</a:t>
            </a:fld>
            <a:endParaRPr lang="es-CO" dirty="0"/>
          </a:p>
        </p:txBody>
      </p:sp>
    </p:spTree>
    <p:extLst>
      <p:ext uri="{BB962C8B-B14F-4D97-AF65-F5344CB8AC3E}">
        <p14:creationId xmlns:p14="http://schemas.microsoft.com/office/powerpoint/2010/main" val="338162162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iseño personalizado">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0CE09D5-8681-04F4-0AD1-7206C3FF51F4}"/>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fecha 2">
            <a:extLst>
              <a:ext uri="{FF2B5EF4-FFF2-40B4-BE49-F238E27FC236}">
                <a16:creationId xmlns:a16="http://schemas.microsoft.com/office/drawing/2014/main" id="{8EB62C8D-42BE-8DF8-DDA7-6DDCB2389C42}"/>
              </a:ext>
            </a:extLst>
          </p:cNvPr>
          <p:cNvSpPr>
            <a:spLocks noGrp="1"/>
          </p:cNvSpPr>
          <p:nvPr>
            <p:ph type="dt" sz="half" idx="10"/>
          </p:nvPr>
        </p:nvSpPr>
        <p:spPr/>
        <p:txBody>
          <a:bodyPr/>
          <a:lstStyle/>
          <a:p>
            <a:fld id="{BD986248-06F7-A441-A47A-264EBD310E11}" type="datetimeFigureOut">
              <a:rPr lang="es-CO" smtClean="0"/>
              <a:t>27/04/2026</a:t>
            </a:fld>
            <a:endParaRPr lang="es-CO" dirty="0"/>
          </a:p>
        </p:txBody>
      </p:sp>
      <p:sp>
        <p:nvSpPr>
          <p:cNvPr id="4" name="Marcador de pie de página 3">
            <a:extLst>
              <a:ext uri="{FF2B5EF4-FFF2-40B4-BE49-F238E27FC236}">
                <a16:creationId xmlns:a16="http://schemas.microsoft.com/office/drawing/2014/main" id="{19F9D5C3-AD35-C818-D069-AB2D8EBBEEF8}"/>
              </a:ext>
            </a:extLst>
          </p:cNvPr>
          <p:cNvSpPr>
            <a:spLocks noGrp="1"/>
          </p:cNvSpPr>
          <p:nvPr>
            <p:ph type="ftr" sz="quarter" idx="11"/>
          </p:nvPr>
        </p:nvSpPr>
        <p:spPr/>
        <p:txBody>
          <a:bodyPr/>
          <a:lstStyle/>
          <a:p>
            <a:endParaRPr lang="es-CO" dirty="0"/>
          </a:p>
        </p:txBody>
      </p:sp>
      <p:sp>
        <p:nvSpPr>
          <p:cNvPr id="5" name="Marcador de número de diapositiva 4">
            <a:extLst>
              <a:ext uri="{FF2B5EF4-FFF2-40B4-BE49-F238E27FC236}">
                <a16:creationId xmlns:a16="http://schemas.microsoft.com/office/drawing/2014/main" id="{E106A169-E84D-2DE1-E7CC-7058F9C00ADE}"/>
              </a:ext>
            </a:extLst>
          </p:cNvPr>
          <p:cNvSpPr>
            <a:spLocks noGrp="1"/>
          </p:cNvSpPr>
          <p:nvPr>
            <p:ph type="sldNum" sz="quarter" idx="12"/>
          </p:nvPr>
        </p:nvSpPr>
        <p:spPr/>
        <p:txBody>
          <a:bodyPr/>
          <a:lstStyle/>
          <a:p>
            <a:fld id="{63E15DF6-230E-2E43-B847-68755106EC6D}" type="slidenum">
              <a:rPr lang="es-CO" smtClean="0"/>
              <a:t>‹Nº›</a:t>
            </a:fld>
            <a:endParaRPr lang="es-CO" dirty="0"/>
          </a:p>
        </p:txBody>
      </p:sp>
    </p:spTree>
    <p:extLst>
      <p:ext uri="{BB962C8B-B14F-4D97-AF65-F5344CB8AC3E}">
        <p14:creationId xmlns:p14="http://schemas.microsoft.com/office/powerpoint/2010/main" val="314565984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C6EFFBE1-33C9-1D48-A916-7535B68EC67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F778E02A-26CF-6C46-A280-67C4AA05513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6CE7CDF9-2DDE-C04D-A9B9-78F138A1C3D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D986248-06F7-A441-A47A-264EBD310E11}" type="datetimeFigureOut">
              <a:rPr lang="es-CO" smtClean="0"/>
              <a:t>27/04/2026</a:t>
            </a:fld>
            <a:endParaRPr lang="es-CO" dirty="0"/>
          </a:p>
        </p:txBody>
      </p:sp>
      <p:sp>
        <p:nvSpPr>
          <p:cNvPr id="5" name="Marcador de pie de página 4">
            <a:extLst>
              <a:ext uri="{FF2B5EF4-FFF2-40B4-BE49-F238E27FC236}">
                <a16:creationId xmlns:a16="http://schemas.microsoft.com/office/drawing/2014/main" id="{767570B4-267C-034E-B58B-04C03C9E552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dirty="0"/>
          </a:p>
        </p:txBody>
      </p:sp>
      <p:sp>
        <p:nvSpPr>
          <p:cNvPr id="6" name="Marcador de número de diapositiva 5">
            <a:extLst>
              <a:ext uri="{FF2B5EF4-FFF2-40B4-BE49-F238E27FC236}">
                <a16:creationId xmlns:a16="http://schemas.microsoft.com/office/drawing/2014/main" id="{5041693D-7DB1-1144-97E3-85753EC9A0C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3E15DF6-230E-2E43-B847-68755106EC6D}" type="slidenum">
              <a:rPr lang="es-CO" smtClean="0"/>
              <a:t>‹Nº›</a:t>
            </a:fld>
            <a:endParaRPr lang="es-CO" dirty="0"/>
          </a:p>
        </p:txBody>
      </p:sp>
    </p:spTree>
    <p:extLst>
      <p:ext uri="{BB962C8B-B14F-4D97-AF65-F5344CB8AC3E}">
        <p14:creationId xmlns:p14="http://schemas.microsoft.com/office/powerpoint/2010/main" val="306260940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75"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microsoft.com/office/2018/10/relationships/comments" Target="../comments/modernComment_21D_434DFD69.xml"/><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4.jpeg"/><Relationship Id="rId7" Type="http://schemas.openxmlformats.org/officeDocument/2006/relationships/image" Target="../media/image8.jpeg"/><Relationship Id="rId2" Type="http://schemas.microsoft.com/office/2018/10/relationships/comments" Target="../comments/modernComment_21B_430847FE.xml"/><Relationship Id="rId1" Type="http://schemas.openxmlformats.org/officeDocument/2006/relationships/slideLayout" Target="../slideLayouts/slideLayout7.xml"/><Relationship Id="rId6" Type="http://schemas.openxmlformats.org/officeDocument/2006/relationships/image" Target="../media/image7.jpeg"/><Relationship Id="rId5" Type="http://schemas.openxmlformats.org/officeDocument/2006/relationships/image" Target="../media/image6.jpeg"/><Relationship Id="rId4" Type="http://schemas.openxmlformats.org/officeDocument/2006/relationships/image" Target="../media/image5.jpeg"/></Relationships>
</file>

<file path=ppt/slides/_rels/slide3.xml.rels><?xml version="1.0" encoding="UTF-8" standalone="yes"?>
<Relationships xmlns="http://schemas.openxmlformats.org/package/2006/relationships"><Relationship Id="rId3" Type="http://schemas.openxmlformats.org/officeDocument/2006/relationships/image" Target="../media/image4.jpeg"/><Relationship Id="rId2" Type="http://schemas.microsoft.com/office/2018/10/relationships/comments" Target="../comments/modernComment_229_DDB1419.xml"/><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8" Type="http://schemas.openxmlformats.org/officeDocument/2006/relationships/image" Target="../media/image14.jpeg"/><Relationship Id="rId3" Type="http://schemas.openxmlformats.org/officeDocument/2006/relationships/image" Target="../media/image9.jpeg"/><Relationship Id="rId7" Type="http://schemas.openxmlformats.org/officeDocument/2006/relationships/image" Target="../media/image13.jpeg"/><Relationship Id="rId2" Type="http://schemas.microsoft.com/office/2018/10/relationships/comments" Target="../comments/modernComment_21C_10C0F3C0.xml"/><Relationship Id="rId1" Type="http://schemas.openxmlformats.org/officeDocument/2006/relationships/slideLayout" Target="../slideLayouts/slideLayout7.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 Id="rId9"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236_8ECEF57.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microsoft.com/office/2018/10/relationships/comments" Target="../comments/modernComment_21E_F38A607B.xml"/><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microsoft.com/office/2018/10/relationships/comments" Target="../comments/modernComment_223_7C8BC086.xml"/><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17.jpeg"/><Relationship Id="rId2" Type="http://schemas.microsoft.com/office/2018/10/relationships/comments" Target="../comments/modernComment_219_B5143432.xml"/><Relationship Id="rId1" Type="http://schemas.openxmlformats.org/officeDocument/2006/relationships/slideLayout" Target="../slideLayouts/slideLayout7.xml"/><Relationship Id="rId4" Type="http://schemas.openxmlformats.org/officeDocument/2006/relationships/image" Target="../media/image18.jpeg"/></Relationships>
</file>

<file path=ppt/slides/_rels/slide9.xml.rels><?xml version="1.0" encoding="UTF-8" standalone="yes"?>
<Relationships xmlns="http://schemas.openxmlformats.org/package/2006/relationships"><Relationship Id="rId3" Type="http://schemas.openxmlformats.org/officeDocument/2006/relationships/image" Target="../media/image17.jpeg"/><Relationship Id="rId2" Type="http://schemas.microsoft.com/office/2018/10/relationships/comments" Target="../comments/modernComment_22D_3032A30.xml"/><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19.png"/><Relationship Id="rId7" Type="http://schemas.openxmlformats.org/officeDocument/2006/relationships/image" Target="../media/image23.jpeg"/><Relationship Id="rId2" Type="http://schemas.microsoft.com/office/2018/10/relationships/comments" Target="../comments/modernComment_233_9BB658D1.xml"/><Relationship Id="rId1" Type="http://schemas.openxmlformats.org/officeDocument/2006/relationships/slideLayout" Target="../slideLayouts/slideLayout7.xml"/><Relationship Id="rId6" Type="http://schemas.openxmlformats.org/officeDocument/2006/relationships/image" Target="../media/image22.png"/><Relationship Id="rId5" Type="http://schemas.openxmlformats.org/officeDocument/2006/relationships/image" Target="../media/image21.jpe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9.jpeg"/><Relationship Id="rId2" Type="http://schemas.microsoft.com/office/2018/10/relationships/comments" Target="../comments/modernComment_22C_2461712B.xml"/><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hyperlink" Target="https://docs.google.com/spreadsheets/d/1ziGcEJIWWdArYEVR3MpIk33yreig74qm/edit?usp=drive_link&amp;ouid=118160846482597767338&amp;rtpof=true&amp;sd=true" TargetMode="External"/><Relationship Id="rId2" Type="http://schemas.microsoft.com/office/2018/10/relationships/comments" Target="../comments/modernComment_222_EF061CDA.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4.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237_72A59524.xml"/><Relationship Id="rId1" Type="http://schemas.openxmlformats.org/officeDocument/2006/relationships/slideLayout" Target="../slideLayouts/slideLayout7.xml"/><Relationship Id="rId4" Type="http://schemas.openxmlformats.org/officeDocument/2006/relationships/image" Target="../media/image25.png"/></Relationships>
</file>

<file path=ppt/slides/_rels/slide14.xml.rels><?xml version="1.0" encoding="UTF-8" standalone="yes"?>
<Relationships xmlns="http://schemas.openxmlformats.org/package/2006/relationships"><Relationship Id="rId3" Type="http://schemas.openxmlformats.org/officeDocument/2006/relationships/image" Target="../media/image26.jpeg"/><Relationship Id="rId2" Type="http://schemas.microsoft.com/office/2018/10/relationships/comments" Target="../comments/modernComment_226_768363AE.xml"/><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hyperlink" Target="https://mermaid.ai/d/a806b4a5-34d9-4425-80bc-ef8613de0ffd" TargetMode="External"/><Relationship Id="rId2" Type="http://schemas.microsoft.com/office/2018/10/relationships/comments" Target="../comments/modernComment_228_613163C3.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hyperlink" Target="https://mermaid.ai/d/29c2b9ab-3c09-44c8-871e-13636b80d335" TargetMode="External"/></Relationships>
</file>

<file path=ppt/slides/_rels/slide16.xml.rels><?xml version="1.0" encoding="UTF-8" standalone="yes"?>
<Relationships xmlns="http://schemas.openxmlformats.org/package/2006/relationships"><Relationship Id="rId3" Type="http://schemas.openxmlformats.org/officeDocument/2006/relationships/image" Target="../media/image27.svg"/><Relationship Id="rId7" Type="http://schemas.openxmlformats.org/officeDocument/2006/relationships/image" Target="../media/image3.png"/><Relationship Id="rId2" Type="http://schemas.microsoft.com/office/2018/10/relationships/comments" Target="../comments/modernComment_22E_DB9C041C.xml"/><Relationship Id="rId1" Type="http://schemas.openxmlformats.org/officeDocument/2006/relationships/slideLayout" Target="../slideLayouts/slideLayout7.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jpe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hyperlink" Target="https://github.com/SebastianPacheco05/Reservify" TargetMode="External"/><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4.jpe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4" name="Rectángulo 3">
            <a:extLst>
              <a:ext uri="{FF2B5EF4-FFF2-40B4-BE49-F238E27FC236}">
                <a16:creationId xmlns:a16="http://schemas.microsoft.com/office/drawing/2014/main" id="{D1149976-59ED-86DE-CAFB-F26E38C394F4}"/>
              </a:ext>
            </a:extLst>
          </p:cNvPr>
          <p:cNvSpPr/>
          <p:nvPr/>
        </p:nvSpPr>
        <p:spPr>
          <a:xfrm>
            <a:off x="3421172" y="3786902"/>
            <a:ext cx="5344743" cy="1200329"/>
          </a:xfrm>
          <a:prstGeom prst="rect">
            <a:avLst/>
          </a:prstGeom>
        </p:spPr>
        <p:txBody>
          <a:bodyPr wrap="square" lIns="91440" tIns="45720" rIns="91440" bIns="45720" anchor="t">
            <a:spAutoFit/>
          </a:bodyPr>
          <a:lstStyle/>
          <a:p>
            <a:pPr algn="ctr">
              <a:lnSpc>
                <a:spcPct val="90000"/>
              </a:lnSpc>
              <a:spcBef>
                <a:spcPct val="0"/>
              </a:spcBef>
              <a:defRPr sz="4000"/>
            </a:pPr>
            <a:r>
              <a:rPr lang="es-ES_tradnl" sz="2000" dirty="0">
                <a:solidFill>
                  <a:schemeClr val="bg1"/>
                </a:solidFill>
                <a:latin typeface="Work Sans Medium Roman"/>
                <a:ea typeface="+mj-ea"/>
                <a:cs typeface="+mj-cs"/>
                <a:sym typeface="Calibri"/>
              </a:rPr>
              <a:t>Centro de Servicios Empresarial y Turísticos </a:t>
            </a:r>
            <a:endParaRPr lang="es-ES_tradnl" sz="2000" dirty="0">
              <a:solidFill>
                <a:schemeClr val="bg1"/>
              </a:solidFill>
              <a:latin typeface="Work Sans Medium Roman" pitchFamily="2" charset="77"/>
              <a:ea typeface="+mj-ea"/>
              <a:cs typeface="+mj-cs"/>
            </a:endParaRPr>
          </a:p>
          <a:p>
            <a:pPr algn="ctr">
              <a:lnSpc>
                <a:spcPct val="90000"/>
              </a:lnSpc>
              <a:spcBef>
                <a:spcPct val="0"/>
              </a:spcBef>
              <a:defRPr sz="4000"/>
            </a:pPr>
            <a:r>
              <a:rPr lang="es-ES_tradnl" sz="2000" dirty="0">
                <a:solidFill>
                  <a:schemeClr val="bg1"/>
                </a:solidFill>
                <a:latin typeface="Work Sans Medium Roman"/>
                <a:ea typeface="+mj-ea"/>
                <a:cs typeface="+mj-cs"/>
                <a:sym typeface="Calibri"/>
              </a:rPr>
              <a:t>Einit Natalia Barajas </a:t>
            </a:r>
            <a:endParaRPr lang="es-ES_tradnl" sz="2000" dirty="0">
              <a:solidFill>
                <a:schemeClr val="bg1"/>
              </a:solidFill>
              <a:latin typeface="Work Sans Medium Roman" pitchFamily="2" charset="77"/>
              <a:ea typeface="+mj-ea"/>
              <a:cs typeface="+mj-cs"/>
            </a:endParaRPr>
          </a:p>
          <a:p>
            <a:pPr algn="ctr">
              <a:lnSpc>
                <a:spcPct val="90000"/>
              </a:lnSpc>
              <a:spcBef>
                <a:spcPct val="0"/>
              </a:spcBef>
              <a:defRPr sz="4000"/>
            </a:pPr>
            <a:r>
              <a:rPr lang="es-ES_tradnl" sz="2000" dirty="0">
                <a:solidFill>
                  <a:schemeClr val="bg1"/>
                </a:solidFill>
                <a:latin typeface="Work Sans Medium Roman"/>
                <a:ea typeface="+mj-ea"/>
                <a:cs typeface="+mj-cs"/>
                <a:sym typeface="Calibri"/>
              </a:rPr>
              <a:t>Sebastian Yesid Pacheco Rivera</a:t>
            </a:r>
            <a:br>
              <a:rPr lang="es-ES_tradnl" sz="2000" dirty="0">
                <a:solidFill>
                  <a:schemeClr val="bg1"/>
                </a:solidFill>
                <a:latin typeface="Work Sans Medium Roman"/>
                <a:ea typeface="+mj-ea"/>
                <a:cs typeface="+mj-cs"/>
                <a:sym typeface="Calibri"/>
              </a:rPr>
            </a:br>
            <a:r>
              <a:rPr lang="es-ES_tradnl" sz="2000" dirty="0">
                <a:solidFill>
                  <a:schemeClr val="bg1"/>
                </a:solidFill>
                <a:latin typeface="Work Sans Medium Roman"/>
                <a:ea typeface="+mj-ea"/>
                <a:cs typeface="+mj-cs"/>
                <a:sym typeface="Calibri"/>
              </a:rPr>
              <a:t>juan pacheco pachón</a:t>
            </a:r>
            <a:endParaRPr lang="es-ES_tradnl" sz="2000" dirty="0">
              <a:solidFill>
                <a:schemeClr val="bg1"/>
              </a:solidFill>
              <a:latin typeface="Calibri"/>
              <a:ea typeface="Calibri"/>
              <a:cs typeface="Calibri"/>
            </a:endParaRPr>
          </a:p>
        </p:txBody>
      </p:sp>
      <p:sp>
        <p:nvSpPr>
          <p:cNvPr id="5" name="CuadroTexto 4">
            <a:extLst>
              <a:ext uri="{FF2B5EF4-FFF2-40B4-BE49-F238E27FC236}">
                <a16:creationId xmlns:a16="http://schemas.microsoft.com/office/drawing/2014/main" id="{35BFFB67-C3D4-337D-C327-AB25D270EADA}"/>
              </a:ext>
            </a:extLst>
          </p:cNvPr>
          <p:cNvSpPr txBox="1"/>
          <p:nvPr/>
        </p:nvSpPr>
        <p:spPr>
          <a:xfrm>
            <a:off x="1005612" y="1713252"/>
            <a:ext cx="10175864" cy="1446550"/>
          </a:xfrm>
          <a:prstGeom prst="rect">
            <a:avLst/>
          </a:prstGeom>
          <a:noFill/>
        </p:spPr>
        <p:txBody>
          <a:bodyPr wrap="none" lIns="91440" tIns="45720" rIns="91440" bIns="45720" rtlCol="0" anchor="t">
            <a:spAutoFit/>
          </a:bodyPr>
          <a:lstStyle/>
          <a:p>
            <a:pPr algn="ctr">
              <a:defRPr/>
            </a:pPr>
            <a:r>
              <a:rPr lang="es-ES" sz="4400" dirty="0">
                <a:solidFill>
                  <a:schemeClr val="bg1"/>
                </a:solidFill>
                <a:ea typeface="+mn-lt"/>
                <a:cs typeface="+mn-lt"/>
              </a:rPr>
              <a:t>Implementación del software de reservas </a:t>
            </a:r>
            <a:endParaRPr lang="es-CO" sz="4400" b="1" dirty="0">
              <a:solidFill>
                <a:schemeClr val="bg1"/>
              </a:solidFill>
              <a:latin typeface="WORK SANS BOLD ROMAN" pitchFamily="2" charset="77"/>
              <a:ea typeface="+mn-lt"/>
              <a:cs typeface="+mn-lt"/>
            </a:endParaRPr>
          </a:p>
          <a:p>
            <a:pPr algn="ctr">
              <a:defRPr/>
            </a:pPr>
            <a:r>
              <a:rPr lang="es-ES" sz="4400" dirty="0">
                <a:solidFill>
                  <a:schemeClr val="bg1"/>
                </a:solidFill>
                <a:ea typeface="+mn-lt"/>
                <a:cs typeface="+mn-lt"/>
              </a:rPr>
              <a:t>Enfocados en restaurantes de Bucaramanga</a:t>
            </a:r>
            <a:endParaRPr lang="es-CO" sz="4400" b="1" u="none" strike="noStrike" kern="1200" cap="none" spc="0" normalizeH="0" baseline="0" noProof="0" dirty="0">
              <a:ln>
                <a:noFill/>
              </a:ln>
              <a:solidFill>
                <a:schemeClr val="bg1"/>
              </a:solidFill>
              <a:effectLst/>
              <a:uLnTx/>
              <a:uFillTx/>
              <a:latin typeface="WORK SANS BOLD ROMAN" pitchFamily="2" charset="77"/>
            </a:endParaRPr>
          </a:p>
        </p:txBody>
      </p:sp>
      <p:cxnSp>
        <p:nvCxnSpPr>
          <p:cNvPr id="6" name="Conector recto 5">
            <a:extLst>
              <a:ext uri="{FF2B5EF4-FFF2-40B4-BE49-F238E27FC236}">
                <a16:creationId xmlns:a16="http://schemas.microsoft.com/office/drawing/2014/main" id="{38CE8666-1D2A-4D01-34E5-54FD74A39FC0}"/>
              </a:ext>
            </a:extLst>
          </p:cNvPr>
          <p:cNvCxnSpPr>
            <a:cxnSpLocks/>
          </p:cNvCxnSpPr>
          <p:nvPr/>
        </p:nvCxnSpPr>
        <p:spPr>
          <a:xfrm>
            <a:off x="5013630" y="3555133"/>
            <a:ext cx="2247544"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2" name="Rectángulo 3">
            <a:extLst>
              <a:ext uri="{FF2B5EF4-FFF2-40B4-BE49-F238E27FC236}">
                <a16:creationId xmlns:a16="http://schemas.microsoft.com/office/drawing/2014/main" id="{1E91B7AF-6831-8D97-C796-119F20A22AA7}"/>
              </a:ext>
            </a:extLst>
          </p:cNvPr>
          <p:cNvSpPr/>
          <p:nvPr/>
        </p:nvSpPr>
        <p:spPr>
          <a:xfrm>
            <a:off x="3466760" y="4874200"/>
            <a:ext cx="5344743" cy="369332"/>
          </a:xfrm>
          <a:prstGeom prst="rect">
            <a:avLst/>
          </a:prstGeom>
        </p:spPr>
        <p:txBody>
          <a:bodyPr wrap="square" lIns="91440" tIns="45720" rIns="91440" bIns="45720" anchor="t">
            <a:spAutoFit/>
          </a:bodyPr>
          <a:lstStyle/>
          <a:p>
            <a:pPr algn="ctr">
              <a:lnSpc>
                <a:spcPct val="90000"/>
              </a:lnSpc>
              <a:spcBef>
                <a:spcPct val="0"/>
              </a:spcBef>
              <a:defRPr sz="4000"/>
            </a:pPr>
            <a:r>
              <a:rPr lang="es-ES_tradnl" sz="2000" dirty="0">
                <a:solidFill>
                  <a:schemeClr val="bg1"/>
                </a:solidFill>
                <a:latin typeface="Work Sans Medium Roman"/>
                <a:ea typeface="Calibri"/>
                <a:cs typeface="Calibri"/>
              </a:rPr>
              <a:t>Ficha:2993127</a:t>
            </a:r>
          </a:p>
        </p:txBody>
      </p:sp>
      <p:sp>
        <p:nvSpPr>
          <p:cNvPr id="3" name="TextBox 2">
            <a:extLst>
              <a:ext uri="{FF2B5EF4-FFF2-40B4-BE49-F238E27FC236}">
                <a16:creationId xmlns:a16="http://schemas.microsoft.com/office/drawing/2014/main" id="{4F515A13-7717-78BA-728D-FCE1A1E1089D}"/>
              </a:ext>
            </a:extLst>
          </p:cNvPr>
          <p:cNvSpPr txBox="1"/>
          <p:nvPr/>
        </p:nvSpPr>
        <p:spPr>
          <a:xfrm>
            <a:off x="3841595" y="561279"/>
            <a:ext cx="4583151" cy="101566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s-CO" sz="6000" b="1" dirty="0">
                <a:solidFill>
                  <a:schemeClr val="bg1"/>
                </a:solidFill>
                <a:latin typeface="Calibri"/>
                <a:ea typeface="Calibri"/>
                <a:cs typeface="Calibri"/>
              </a:rPr>
              <a:t>RESERVIFY</a:t>
            </a:r>
            <a:endParaRPr lang="en-US" dirty="0">
              <a:solidFill>
                <a:schemeClr val="bg1"/>
              </a:solidFill>
              <a:latin typeface="Calibri"/>
              <a:ea typeface="Calibri"/>
              <a:cs typeface="Calibri"/>
            </a:endParaRPr>
          </a:p>
        </p:txBody>
      </p:sp>
      <p:pic>
        <p:nvPicPr>
          <p:cNvPr id="8" name="Imagen 7">
            <a:extLst>
              <a:ext uri="{FF2B5EF4-FFF2-40B4-BE49-F238E27FC236}">
                <a16:creationId xmlns:a16="http://schemas.microsoft.com/office/drawing/2014/main" id="{5600175B-4837-27B3-0178-0295795A9B51}"/>
              </a:ext>
            </a:extLst>
          </p:cNvPr>
          <p:cNvPicPr>
            <a:picLocks noChangeAspect="1"/>
          </p:cNvPicPr>
          <p:nvPr/>
        </p:nvPicPr>
        <p:blipFill>
          <a:blip r:embed="rId4"/>
          <a:stretch>
            <a:fillRect/>
          </a:stretch>
        </p:blipFill>
        <p:spPr>
          <a:xfrm>
            <a:off x="9352547" y="5458146"/>
            <a:ext cx="2527916" cy="929561"/>
          </a:xfrm>
          <a:prstGeom prst="rect">
            <a:avLst/>
          </a:prstGeom>
        </p:spPr>
      </p:pic>
    </p:spTree>
    <p:extLst>
      <p:ext uri="{BB962C8B-B14F-4D97-AF65-F5344CB8AC3E}">
        <p14:creationId xmlns:p14="http://schemas.microsoft.com/office/powerpoint/2010/main" val="1129184617"/>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534A4208-7DDE-681C-B3CE-D7CE52BA4A83}"/>
              </a:ext>
            </a:extLst>
          </p:cNvPr>
          <p:cNvSpPr txBox="1"/>
          <p:nvPr/>
        </p:nvSpPr>
        <p:spPr>
          <a:xfrm>
            <a:off x="1468229" y="1874367"/>
            <a:ext cx="6453678" cy="92333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 sz="5400" b="1" i="0" u="none" strike="noStrike" kern="1200" cap="none" spc="0" normalizeH="0" baseline="0" noProof="0" dirty="0">
                <a:ln>
                  <a:noFill/>
                </a:ln>
                <a:solidFill>
                  <a:prstClr val="black">
                    <a:lumMod val="75000"/>
                    <a:lumOff val="25000"/>
                  </a:prstClr>
                </a:solidFill>
                <a:effectLst/>
                <a:uLnTx/>
                <a:uFillTx/>
                <a:latin typeface="Work Sans Bold Roman" pitchFamily="2" charset="77"/>
                <a:ea typeface="+mn-ea"/>
                <a:cs typeface="+mn-cs"/>
              </a:rPr>
              <a:t>Introducción</a:t>
            </a:r>
            <a:endParaRPr kumimoji="0" lang="es-ES" sz="4000" b="1" i="0" u="none" strike="noStrike" kern="1200" cap="none" spc="0" normalizeH="0" baseline="0" noProof="0" dirty="0">
              <a:ln>
                <a:noFill/>
              </a:ln>
              <a:solidFill>
                <a:prstClr val="black">
                  <a:lumMod val="75000"/>
                  <a:lumOff val="25000"/>
                </a:prstClr>
              </a:solidFill>
              <a:effectLst/>
              <a:uLnTx/>
              <a:uFillTx/>
              <a:latin typeface="Work Sans Bold Roman" pitchFamily="2" charset="77"/>
              <a:ea typeface="+mn-ea"/>
              <a:cs typeface="+mn-cs"/>
            </a:endParaRPr>
          </a:p>
        </p:txBody>
      </p:sp>
      <p:pic>
        <p:nvPicPr>
          <p:cNvPr id="5" name="Picture 2" descr="Cola de café. La gente espera comida, restaurante de comida callejera.  Barra de ensaladas, hombres y">
            <a:extLst>
              <a:ext uri="{FF2B5EF4-FFF2-40B4-BE49-F238E27FC236}">
                <a16:creationId xmlns:a16="http://schemas.microsoft.com/office/drawing/2014/main" id="{EC00C1B5-2D11-F882-F9E3-445E96A7E9FB}"/>
              </a:ext>
            </a:extLst>
          </p:cNvPr>
          <p:cNvPicPr>
            <a:picLocks noChangeAspect="1"/>
          </p:cNvPicPr>
          <p:nvPr/>
        </p:nvPicPr>
        <p:blipFill>
          <a:blip r:embed="rId4"/>
          <a:stretch>
            <a:fillRect/>
          </a:stretch>
        </p:blipFill>
        <p:spPr>
          <a:xfrm>
            <a:off x="1140717" y="2794044"/>
            <a:ext cx="3124259" cy="1508691"/>
          </a:xfrm>
          <a:prstGeom prst="rect">
            <a:avLst/>
          </a:prstGeom>
        </p:spPr>
      </p:pic>
      <p:pic>
        <p:nvPicPr>
          <p:cNvPr id="6" name="Picture 10" descr="▷ 10 Apps de Encontrar Restaurantes Cerca de Mi Ubicación">
            <a:extLst>
              <a:ext uri="{FF2B5EF4-FFF2-40B4-BE49-F238E27FC236}">
                <a16:creationId xmlns:a16="http://schemas.microsoft.com/office/drawing/2014/main" id="{5454D78C-B481-A9F2-42F1-D4C918B0EAB1}"/>
              </a:ext>
            </a:extLst>
          </p:cNvPr>
          <p:cNvPicPr>
            <a:picLocks noChangeAspect="1"/>
          </p:cNvPicPr>
          <p:nvPr/>
        </p:nvPicPr>
        <p:blipFill>
          <a:blip r:embed="rId5"/>
          <a:srcRect l="66609" t="47032" r="9405" b="5678"/>
          <a:stretch>
            <a:fillRect/>
          </a:stretch>
        </p:blipFill>
        <p:spPr>
          <a:xfrm>
            <a:off x="4701690" y="2631924"/>
            <a:ext cx="1160219" cy="1225205"/>
          </a:xfrm>
          <a:prstGeom prst="rect">
            <a:avLst/>
          </a:prstGeom>
        </p:spPr>
      </p:pic>
      <p:pic>
        <p:nvPicPr>
          <p:cNvPr id="7" name="Picture 5" descr="hombre preguntando pregunta semi plano color vector personaje avatar.  editable icono para usuario perfil. redondo Insignia con persona en blanco.  sencillo dibujos animados estilo Mancha ilustración para web gráfico  diseño, animación 22054892">
            <a:extLst>
              <a:ext uri="{FF2B5EF4-FFF2-40B4-BE49-F238E27FC236}">
                <a16:creationId xmlns:a16="http://schemas.microsoft.com/office/drawing/2014/main" id="{C4A9B2BD-DAFA-59C0-308C-1D2B80C4B6F4}"/>
              </a:ext>
            </a:extLst>
          </p:cNvPr>
          <p:cNvPicPr>
            <a:picLocks noChangeAspect="1"/>
          </p:cNvPicPr>
          <p:nvPr/>
        </p:nvPicPr>
        <p:blipFill>
          <a:blip r:embed="rId6"/>
          <a:stretch>
            <a:fillRect/>
          </a:stretch>
        </p:blipFill>
        <p:spPr>
          <a:xfrm>
            <a:off x="5930212" y="3708910"/>
            <a:ext cx="1395503" cy="1481767"/>
          </a:xfrm>
          <a:prstGeom prst="rect">
            <a:avLst/>
          </a:prstGeom>
        </p:spPr>
      </p:pic>
      <p:pic>
        <p:nvPicPr>
          <p:cNvPr id="8" name="Picture 9" descr="Página 4 | Imágenes de Restaurante Animado - Descarga gratuita en Freepik">
            <a:extLst>
              <a:ext uri="{FF2B5EF4-FFF2-40B4-BE49-F238E27FC236}">
                <a16:creationId xmlns:a16="http://schemas.microsoft.com/office/drawing/2014/main" id="{A5C11AD8-8288-D7B8-471D-3922A6953AEA}"/>
              </a:ext>
            </a:extLst>
          </p:cNvPr>
          <p:cNvPicPr>
            <a:picLocks noChangeAspect="1"/>
          </p:cNvPicPr>
          <p:nvPr/>
        </p:nvPicPr>
        <p:blipFill>
          <a:blip r:embed="rId7"/>
          <a:srcRect l="9919" t="10298" r="9948" b="17811"/>
          <a:stretch>
            <a:fillRect/>
          </a:stretch>
        </p:blipFill>
        <p:spPr>
          <a:xfrm>
            <a:off x="4694861" y="3977728"/>
            <a:ext cx="1163050" cy="1210107"/>
          </a:xfrm>
          <a:prstGeom prst="rect">
            <a:avLst/>
          </a:prstGeom>
        </p:spPr>
      </p:pic>
      <p:sp>
        <p:nvSpPr>
          <p:cNvPr id="9" name="Thought Bubble: Cloud 14">
            <a:extLst>
              <a:ext uri="{FF2B5EF4-FFF2-40B4-BE49-F238E27FC236}">
                <a16:creationId xmlns:a16="http://schemas.microsoft.com/office/drawing/2014/main" id="{F3479BD1-D383-E65E-C1EF-1E4978FA2830}"/>
              </a:ext>
            </a:extLst>
          </p:cNvPr>
          <p:cNvSpPr/>
          <p:nvPr/>
        </p:nvSpPr>
        <p:spPr>
          <a:xfrm>
            <a:off x="6091207" y="2393990"/>
            <a:ext cx="1993019" cy="1233577"/>
          </a:xfrm>
          <a:prstGeom prst="cloudCallou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dirty="0">
              <a:solidFill>
                <a:schemeClr val="tx1"/>
              </a:solidFill>
              <a:ea typeface="+mn-lt"/>
              <a:cs typeface="+mn-lt"/>
            </a:endParaRPr>
          </a:p>
          <a:p>
            <a:pPr algn="ctr"/>
            <a:r>
              <a:rPr lang="en-US" sz="1400" dirty="0">
                <a:solidFill>
                  <a:schemeClr val="tx1"/>
                </a:solidFill>
                <a:ea typeface="+mn-lt"/>
                <a:cs typeface="+mn-lt"/>
              </a:rPr>
              <a:t>¿</a:t>
            </a:r>
            <a:r>
              <a:rPr lang="en-US" sz="1400" dirty="0" err="1">
                <a:solidFill>
                  <a:schemeClr val="tx1"/>
                </a:solidFill>
                <a:ea typeface="+mn-lt"/>
                <a:cs typeface="+mn-lt"/>
              </a:rPr>
              <a:t>Dónde</a:t>
            </a:r>
            <a:r>
              <a:rPr lang="en-US" sz="1400" dirty="0">
                <a:solidFill>
                  <a:schemeClr val="tx1"/>
                </a:solidFill>
                <a:ea typeface="+mn-lt"/>
                <a:cs typeface="+mn-lt"/>
              </a:rPr>
              <a:t> </a:t>
            </a:r>
            <a:r>
              <a:rPr lang="en-US" sz="1400" dirty="0" err="1">
                <a:solidFill>
                  <a:schemeClr val="tx1"/>
                </a:solidFill>
                <a:ea typeface="+mn-lt"/>
                <a:cs typeface="+mn-lt"/>
              </a:rPr>
              <a:t>puedo</a:t>
            </a:r>
            <a:r>
              <a:rPr lang="en-US" sz="1400" dirty="0">
                <a:solidFill>
                  <a:schemeClr val="tx1"/>
                </a:solidFill>
                <a:ea typeface="+mn-lt"/>
                <a:cs typeface="+mn-lt"/>
              </a:rPr>
              <a:t> </a:t>
            </a:r>
            <a:r>
              <a:rPr lang="en-US" sz="1400" dirty="0" err="1">
                <a:solidFill>
                  <a:schemeClr val="tx1"/>
                </a:solidFill>
                <a:ea typeface="+mn-lt"/>
                <a:cs typeface="+mn-lt"/>
              </a:rPr>
              <a:t>reservar</a:t>
            </a:r>
            <a:r>
              <a:rPr lang="en-US" sz="1400" dirty="0">
                <a:solidFill>
                  <a:schemeClr val="tx1"/>
                </a:solidFill>
                <a:ea typeface="+mn-lt"/>
                <a:cs typeface="+mn-lt"/>
              </a:rPr>
              <a:t> </a:t>
            </a:r>
            <a:r>
              <a:rPr lang="en-US" sz="1400" dirty="0" err="1">
                <a:solidFill>
                  <a:schemeClr val="tx1"/>
                </a:solidFill>
                <a:ea typeface="+mn-lt"/>
                <a:cs typeface="+mn-lt"/>
              </a:rPr>
              <a:t>cerca</a:t>
            </a:r>
            <a:r>
              <a:rPr lang="en-US" sz="1400" dirty="0">
                <a:solidFill>
                  <a:schemeClr val="tx1"/>
                </a:solidFill>
                <a:ea typeface="+mn-lt"/>
                <a:cs typeface="+mn-lt"/>
              </a:rPr>
              <a:t> de mi casa?</a:t>
            </a:r>
            <a:endParaRPr lang="en-US" dirty="0">
              <a:solidFill>
                <a:schemeClr val="tx1"/>
              </a:solidFill>
              <a:ea typeface="Calibri"/>
              <a:cs typeface="Calibri"/>
            </a:endParaRPr>
          </a:p>
          <a:p>
            <a:pPr algn="ctr"/>
            <a:endParaRPr lang="en-US" sz="1400" dirty="0">
              <a:ea typeface="Calibri"/>
              <a:cs typeface="Calibri"/>
            </a:endParaRPr>
          </a:p>
        </p:txBody>
      </p:sp>
      <p:sp>
        <p:nvSpPr>
          <p:cNvPr id="10" name="TextBox 15">
            <a:extLst>
              <a:ext uri="{FF2B5EF4-FFF2-40B4-BE49-F238E27FC236}">
                <a16:creationId xmlns:a16="http://schemas.microsoft.com/office/drawing/2014/main" id="{00119DAF-E926-9417-8C6D-7F91010D87EE}"/>
              </a:ext>
            </a:extLst>
          </p:cNvPr>
          <p:cNvSpPr txBox="1"/>
          <p:nvPr/>
        </p:nvSpPr>
        <p:spPr>
          <a:xfrm>
            <a:off x="1374475" y="4307458"/>
            <a:ext cx="2685691"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s-CO" sz="1400">
                <a:ea typeface="Calibri"/>
                <a:cs typeface="Calibri"/>
              </a:rPr>
              <a:t>aplicaciones para realizar reservas en restaurantes es limitada</a:t>
            </a:r>
          </a:p>
        </p:txBody>
      </p:sp>
      <p:sp>
        <p:nvSpPr>
          <p:cNvPr id="11" name="Cloud 17">
            <a:extLst>
              <a:ext uri="{FF2B5EF4-FFF2-40B4-BE49-F238E27FC236}">
                <a16:creationId xmlns:a16="http://schemas.microsoft.com/office/drawing/2014/main" id="{A9286C84-1493-E51E-47E4-DFBC1F4B5DF8}"/>
              </a:ext>
            </a:extLst>
          </p:cNvPr>
          <p:cNvSpPr/>
          <p:nvPr/>
        </p:nvSpPr>
        <p:spPr>
          <a:xfrm>
            <a:off x="7669007" y="3241553"/>
            <a:ext cx="2012674" cy="1051555"/>
          </a:xfrm>
          <a:prstGeom prst="cloud">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a:solidFill>
                  <a:schemeClr val="tx1"/>
                </a:solidFill>
                <a:ea typeface="Calibri"/>
                <a:cs typeface="Calibri"/>
              </a:rPr>
              <a:t>¿</a:t>
            </a:r>
            <a:r>
              <a:rPr lang="en-US" sz="1200" err="1">
                <a:solidFill>
                  <a:schemeClr val="tx1"/>
                </a:solidFill>
                <a:ea typeface="Calibri"/>
                <a:cs typeface="Calibri"/>
              </a:rPr>
              <a:t>Puedo</a:t>
            </a:r>
            <a:r>
              <a:rPr lang="en-US" sz="1200">
                <a:solidFill>
                  <a:schemeClr val="tx1"/>
                </a:solidFill>
                <a:ea typeface="Calibri"/>
                <a:cs typeface="Calibri"/>
              </a:rPr>
              <a:t> </a:t>
            </a:r>
            <a:r>
              <a:rPr lang="en-US" sz="1200" err="1">
                <a:solidFill>
                  <a:schemeClr val="tx1"/>
                </a:solidFill>
                <a:ea typeface="Calibri"/>
                <a:cs typeface="Calibri"/>
              </a:rPr>
              <a:t>reservar</a:t>
            </a:r>
            <a:r>
              <a:rPr lang="en-US" sz="1200">
                <a:solidFill>
                  <a:schemeClr val="tx1"/>
                </a:solidFill>
                <a:ea typeface="Calibri"/>
                <a:cs typeface="Calibri"/>
              </a:rPr>
              <a:t> </a:t>
            </a:r>
            <a:r>
              <a:rPr lang="en-US" sz="1200" err="1">
                <a:solidFill>
                  <a:schemeClr val="tx1"/>
                </a:solidFill>
                <a:ea typeface="Calibri"/>
                <a:cs typeface="Calibri"/>
              </a:rPr>
              <a:t>cerca</a:t>
            </a:r>
            <a:r>
              <a:rPr lang="en-US" sz="1200">
                <a:solidFill>
                  <a:schemeClr val="tx1"/>
                </a:solidFill>
                <a:ea typeface="Calibri"/>
                <a:cs typeface="Calibri"/>
              </a:rPr>
              <a:t> de la </a:t>
            </a:r>
            <a:r>
              <a:rPr lang="en-US" sz="1200" err="1">
                <a:solidFill>
                  <a:schemeClr val="tx1"/>
                </a:solidFill>
                <a:ea typeface="Calibri"/>
                <a:cs typeface="Calibri"/>
              </a:rPr>
              <a:t>ubicacion</a:t>
            </a:r>
            <a:r>
              <a:rPr lang="en-US" sz="1200">
                <a:solidFill>
                  <a:schemeClr val="tx1"/>
                </a:solidFill>
                <a:ea typeface="Calibri"/>
                <a:cs typeface="Calibri"/>
              </a:rPr>
              <a:t> que </a:t>
            </a:r>
            <a:r>
              <a:rPr lang="en-US" sz="1200" err="1">
                <a:solidFill>
                  <a:schemeClr val="tx1"/>
                </a:solidFill>
                <a:ea typeface="Calibri"/>
                <a:cs typeface="Calibri"/>
              </a:rPr>
              <a:t>necesite</a:t>
            </a:r>
            <a:r>
              <a:rPr lang="en-US" sz="1200">
                <a:solidFill>
                  <a:schemeClr val="tx1"/>
                </a:solidFill>
                <a:ea typeface="Calibri"/>
                <a:cs typeface="Calibri"/>
              </a:rPr>
              <a:t>?</a:t>
            </a:r>
          </a:p>
        </p:txBody>
      </p:sp>
      <p:pic>
        <p:nvPicPr>
          <p:cNvPr id="4" name="Imagen 3">
            <a:extLst>
              <a:ext uri="{FF2B5EF4-FFF2-40B4-BE49-F238E27FC236}">
                <a16:creationId xmlns:a16="http://schemas.microsoft.com/office/drawing/2014/main" id="{0F414349-D632-F472-18ED-50EEA848A6AF}"/>
              </a:ext>
            </a:extLst>
          </p:cNvPr>
          <p:cNvPicPr>
            <a:picLocks noChangeAspect="1"/>
          </p:cNvPicPr>
          <p:nvPr/>
        </p:nvPicPr>
        <p:blipFill>
          <a:blip r:embed="rId8"/>
          <a:stretch>
            <a:fillRect/>
          </a:stretch>
        </p:blipFill>
        <p:spPr>
          <a:xfrm>
            <a:off x="7091085" y="853514"/>
            <a:ext cx="2245419" cy="825682"/>
          </a:xfrm>
          <a:prstGeom prst="rect">
            <a:avLst/>
          </a:prstGeom>
        </p:spPr>
      </p:pic>
    </p:spTree>
    <p:extLst>
      <p:ext uri="{BB962C8B-B14F-4D97-AF65-F5344CB8AC3E}">
        <p14:creationId xmlns:p14="http://schemas.microsoft.com/office/powerpoint/2010/main" val="1124616190"/>
      </p:ext>
    </p:extLst>
  </p:cSld>
  <p:clrMapOvr>
    <a:masterClrMapping/>
  </p:clrMapOvr>
  <p:extLst>
    <p:ext uri="{6950BFC3-D8DA-4A85-94F7-54DA5524770B}">
      <p188:commentRel xmlns:p188="http://schemas.microsoft.com/office/powerpoint/2018/8/main" r:id="rId2"/>
    </p:ext>
  </p:extLst>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E16CD774-2A78-7EE5-AB05-2AC8883CB6A5}"/>
            </a:ext>
          </a:extLst>
        </p:cNvPr>
        <p:cNvGrpSpPr/>
        <p:nvPr/>
      </p:nvGrpSpPr>
      <p:grpSpPr>
        <a:xfrm>
          <a:off x="0" y="0"/>
          <a:ext cx="0" cy="0"/>
          <a:chOff x="0" y="0"/>
          <a:chExt cx="0" cy="0"/>
        </a:xfrm>
      </p:grpSpPr>
      <p:sp>
        <p:nvSpPr>
          <p:cNvPr id="2" name="CuadroTexto 1">
            <a:extLst>
              <a:ext uri="{FF2B5EF4-FFF2-40B4-BE49-F238E27FC236}">
                <a16:creationId xmlns:a16="http://schemas.microsoft.com/office/drawing/2014/main" id="{EFF3BD05-BFAB-A6DB-3421-35B91A0FB1E4}"/>
              </a:ext>
            </a:extLst>
          </p:cNvPr>
          <p:cNvSpPr txBox="1"/>
          <p:nvPr/>
        </p:nvSpPr>
        <p:spPr>
          <a:xfrm>
            <a:off x="1468229" y="1874367"/>
            <a:ext cx="6453678" cy="923330"/>
          </a:xfrm>
          <a:prstGeom prst="rect">
            <a:avLst/>
          </a:prstGeom>
          <a:noFill/>
        </p:spPr>
        <p:txBody>
          <a:bodyPr wrap="square" lIns="91440" tIns="45720" rIns="91440" bIns="45720" rtlCol="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sz="5400" b="1" dirty="0">
                <a:solidFill>
                  <a:prstClr val="black">
                    <a:lumMod val="75000"/>
                    <a:lumOff val="25000"/>
                  </a:prstClr>
                </a:solidFill>
                <a:latin typeface="Work Sans Bold Roman"/>
              </a:rPr>
              <a:t>Problemática</a:t>
            </a:r>
            <a:endParaRPr kumimoji="0" lang="es-ES" sz="4000" b="1" i="0" u="none" strike="noStrike" kern="1200" cap="none" spc="0" normalizeH="0" baseline="0" noProof="0" dirty="0">
              <a:ln>
                <a:noFill/>
              </a:ln>
              <a:solidFill>
                <a:prstClr val="black">
                  <a:lumMod val="75000"/>
                  <a:lumOff val="25000"/>
                </a:prstClr>
              </a:solidFill>
              <a:effectLst/>
              <a:uLnTx/>
              <a:uFillTx/>
              <a:latin typeface="Work Sans Bold Roman" pitchFamily="2" charset="77"/>
              <a:ea typeface="+mn-ea"/>
              <a:cs typeface="+mn-cs"/>
            </a:endParaRPr>
          </a:p>
        </p:txBody>
      </p:sp>
      <p:sp>
        <p:nvSpPr>
          <p:cNvPr id="4" name="CuadroTexto 3">
            <a:extLst>
              <a:ext uri="{FF2B5EF4-FFF2-40B4-BE49-F238E27FC236}">
                <a16:creationId xmlns:a16="http://schemas.microsoft.com/office/drawing/2014/main" id="{E97599AE-DF5D-6C3D-9CCA-5EAF7142A041}"/>
              </a:ext>
            </a:extLst>
          </p:cNvPr>
          <p:cNvSpPr txBox="1"/>
          <p:nvPr/>
        </p:nvSpPr>
        <p:spPr>
          <a:xfrm>
            <a:off x="1467968" y="2865455"/>
            <a:ext cx="8968029" cy="2308324"/>
          </a:xfrm>
          <a:prstGeom prst="rect">
            <a:avLst/>
          </a:prstGeom>
          <a:noFill/>
        </p:spPr>
        <p:txBody>
          <a:bodyPr wrap="square" lIns="91440" tIns="45720" rIns="91440" bIns="45720" rtlCol="0" anchor="t">
            <a:spAutoFit/>
          </a:bodyPr>
          <a:lstStyle/>
          <a:p>
            <a:pPr lvl="0"/>
            <a:r>
              <a:rPr lang="es-ES" sz="2400" dirty="0">
                <a:solidFill>
                  <a:schemeClr val="dk1"/>
                </a:solidFill>
                <a:ea typeface="Calibri"/>
                <a:cs typeface="Calibri"/>
                <a:sym typeface="Calibri"/>
              </a:rPr>
              <a:t>La escasa oferta de aplicaciones de reservas, junto con la limitada disponibilidad de información sobre los establecimientos que las utilizan, crean una escases de información que obstaculiza la gestión eficiente y oportuna de reservas en restaurantes. Asimismo, numerosos restaurantes requieren estrategias de visibilidad y promoción que les permitan posicionarse adecuadamente en el sector.</a:t>
            </a:r>
            <a:endParaRPr lang="es-ES" dirty="0">
              <a:solidFill>
                <a:schemeClr val="dk1"/>
              </a:solidFill>
              <a:ea typeface="Calibri"/>
              <a:cs typeface="Calibri"/>
              <a:sym typeface="Calibri"/>
            </a:endParaRPr>
          </a:p>
        </p:txBody>
      </p:sp>
      <p:pic>
        <p:nvPicPr>
          <p:cNvPr id="5" name="Imagen 4">
            <a:extLst>
              <a:ext uri="{FF2B5EF4-FFF2-40B4-BE49-F238E27FC236}">
                <a16:creationId xmlns:a16="http://schemas.microsoft.com/office/drawing/2014/main" id="{30572018-E440-8DB6-DF88-4405B385470E}"/>
              </a:ext>
            </a:extLst>
          </p:cNvPr>
          <p:cNvPicPr>
            <a:picLocks noChangeAspect="1"/>
          </p:cNvPicPr>
          <p:nvPr/>
        </p:nvPicPr>
        <p:blipFill>
          <a:blip r:embed="rId4"/>
          <a:stretch>
            <a:fillRect/>
          </a:stretch>
        </p:blipFill>
        <p:spPr>
          <a:xfrm>
            <a:off x="6914147" y="944806"/>
            <a:ext cx="2527916" cy="929561"/>
          </a:xfrm>
          <a:prstGeom prst="rect">
            <a:avLst/>
          </a:prstGeom>
        </p:spPr>
      </p:pic>
    </p:spTree>
    <p:extLst>
      <p:ext uri="{BB962C8B-B14F-4D97-AF65-F5344CB8AC3E}">
        <p14:creationId xmlns:p14="http://schemas.microsoft.com/office/powerpoint/2010/main" val="232461337"/>
      </p:ext>
    </p:extLst>
  </p:cSld>
  <p:clrMapOvr>
    <a:masterClrMapping/>
  </p:clrMapOvr>
  <p:extLst>
    <p:ext uri="{6950BFC3-D8DA-4A85-94F7-54DA5524770B}">
      <p188:commentRel xmlns:p188="http://schemas.microsoft.com/office/powerpoint/2018/8/main" r:id="rId2"/>
    </p:ext>
  </p:extLst>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5" name="CuadroTexto 4">
            <a:extLst>
              <a:ext uri="{FF2B5EF4-FFF2-40B4-BE49-F238E27FC236}">
                <a16:creationId xmlns:a16="http://schemas.microsoft.com/office/drawing/2014/main" id="{015D167A-EE62-EA02-E6F4-53710691F485}"/>
              </a:ext>
            </a:extLst>
          </p:cNvPr>
          <p:cNvSpPr txBox="1"/>
          <p:nvPr/>
        </p:nvSpPr>
        <p:spPr>
          <a:xfrm>
            <a:off x="1776007" y="1892057"/>
            <a:ext cx="7550214" cy="923330"/>
          </a:xfrm>
          <a:prstGeom prst="rect">
            <a:avLst/>
          </a:prstGeom>
          <a:noFill/>
        </p:spPr>
        <p:txBody>
          <a:bodyPr wrap="square" lIns="91440" tIns="45720" rIns="91440" bIns="45720" rtlCol="0" anchor="t">
            <a:spAutoFit/>
          </a:bodyPr>
          <a:lstStyle/>
          <a:p>
            <a:pPr>
              <a:defRPr/>
            </a:pPr>
            <a:r>
              <a:rPr kumimoji="0" lang="es-ES" sz="5400" b="1" i="0" u="none" strike="noStrike" kern="1200" cap="none" spc="0" normalizeH="0" baseline="0" noProof="0" dirty="0">
                <a:ln>
                  <a:noFill/>
                </a:ln>
                <a:solidFill>
                  <a:prstClr val="black">
                    <a:lumMod val="75000"/>
                    <a:lumOff val="25000"/>
                  </a:prstClr>
                </a:solidFill>
                <a:effectLst/>
                <a:uLnTx/>
                <a:uFillTx/>
                <a:latin typeface="Work Sans Bold Roman"/>
              </a:rPr>
              <a:t>Justificación</a:t>
            </a:r>
            <a:r>
              <a:rPr lang="es-ES" sz="5400" b="1" dirty="0">
                <a:solidFill>
                  <a:prstClr val="black">
                    <a:lumMod val="75000"/>
                    <a:lumOff val="25000"/>
                  </a:prstClr>
                </a:solidFill>
                <a:latin typeface="Work Sans Bold Roman"/>
              </a:rPr>
              <a:t> </a:t>
            </a:r>
            <a:endParaRPr lang="es-ES" sz="5400" dirty="0">
              <a:solidFill>
                <a:prstClr val="black">
                  <a:lumMod val="75000"/>
                  <a:lumOff val="25000"/>
                </a:prstClr>
              </a:solidFill>
              <a:ea typeface="Calibri"/>
              <a:cs typeface="Calibri"/>
            </a:endParaRPr>
          </a:p>
        </p:txBody>
      </p:sp>
      <p:pic>
        <p:nvPicPr>
          <p:cNvPr id="3" name="Picture 1" descr="Reparar Errores Molestos de Outlook: Guía 2025 | Mailbird">
            <a:extLst>
              <a:ext uri="{FF2B5EF4-FFF2-40B4-BE49-F238E27FC236}">
                <a16:creationId xmlns:a16="http://schemas.microsoft.com/office/drawing/2014/main" id="{03138705-9776-78B7-0747-6ACCFEA255E9}"/>
              </a:ext>
            </a:extLst>
          </p:cNvPr>
          <p:cNvPicPr>
            <a:picLocks noChangeAspect="1"/>
          </p:cNvPicPr>
          <p:nvPr/>
        </p:nvPicPr>
        <p:blipFill>
          <a:blip r:embed="rId4"/>
          <a:srcRect l="29316" t="-5802" r="27225" b="-1316"/>
          <a:stretch>
            <a:fillRect/>
          </a:stretch>
        </p:blipFill>
        <p:spPr>
          <a:xfrm>
            <a:off x="1791419" y="2822851"/>
            <a:ext cx="2371100" cy="2296815"/>
          </a:xfrm>
          <a:prstGeom prst="rect">
            <a:avLst/>
          </a:prstGeom>
        </p:spPr>
      </p:pic>
      <p:pic>
        <p:nvPicPr>
          <p:cNvPr id="4" name="Picture 5" descr="Reparar Errores Molestos de Outlook: Guía 2025 | Mailbird">
            <a:extLst>
              <a:ext uri="{FF2B5EF4-FFF2-40B4-BE49-F238E27FC236}">
                <a16:creationId xmlns:a16="http://schemas.microsoft.com/office/drawing/2014/main" id="{D24673DD-F885-1751-1823-418F2EC9FEEA}"/>
              </a:ext>
            </a:extLst>
          </p:cNvPr>
          <p:cNvPicPr>
            <a:picLocks noChangeAspect="1"/>
          </p:cNvPicPr>
          <p:nvPr/>
        </p:nvPicPr>
        <p:blipFill>
          <a:blip r:embed="rId4"/>
          <a:srcRect l="44327" t="8725" r="44855" b="59060"/>
          <a:stretch>
            <a:fillRect/>
          </a:stretch>
        </p:blipFill>
        <p:spPr>
          <a:xfrm>
            <a:off x="3243531" y="3279382"/>
            <a:ext cx="532709" cy="690738"/>
          </a:xfrm>
          <a:prstGeom prst="rect">
            <a:avLst/>
          </a:prstGeom>
        </p:spPr>
      </p:pic>
      <p:pic>
        <p:nvPicPr>
          <p:cNvPr id="6" name="Picture 9" descr="Buffet libre - Pizza Libre Inca">
            <a:extLst>
              <a:ext uri="{FF2B5EF4-FFF2-40B4-BE49-F238E27FC236}">
                <a16:creationId xmlns:a16="http://schemas.microsoft.com/office/drawing/2014/main" id="{B859CD3E-5C2B-DC43-2BAA-F31376834A7E}"/>
              </a:ext>
            </a:extLst>
          </p:cNvPr>
          <p:cNvPicPr>
            <a:picLocks noChangeAspect="1"/>
          </p:cNvPicPr>
          <p:nvPr/>
        </p:nvPicPr>
        <p:blipFill>
          <a:blip r:embed="rId5"/>
          <a:stretch>
            <a:fillRect/>
          </a:stretch>
        </p:blipFill>
        <p:spPr>
          <a:xfrm>
            <a:off x="1948133" y="3019244"/>
            <a:ext cx="690110" cy="646980"/>
          </a:xfrm>
          <a:prstGeom prst="rect">
            <a:avLst/>
          </a:prstGeom>
        </p:spPr>
      </p:pic>
      <p:pic>
        <p:nvPicPr>
          <p:cNvPr id="8" name="Picture 10" descr="Dónde dormir - Polifonik Sound">
            <a:extLst>
              <a:ext uri="{FF2B5EF4-FFF2-40B4-BE49-F238E27FC236}">
                <a16:creationId xmlns:a16="http://schemas.microsoft.com/office/drawing/2014/main" id="{4344487F-DD00-8D83-7965-A65D04477998}"/>
              </a:ext>
            </a:extLst>
          </p:cNvPr>
          <p:cNvPicPr>
            <a:picLocks noChangeAspect="1"/>
          </p:cNvPicPr>
          <p:nvPr/>
        </p:nvPicPr>
        <p:blipFill>
          <a:blip r:embed="rId6"/>
          <a:stretch>
            <a:fillRect/>
          </a:stretch>
        </p:blipFill>
        <p:spPr>
          <a:xfrm>
            <a:off x="2639683" y="3157053"/>
            <a:ext cx="615351" cy="558272"/>
          </a:xfrm>
          <a:prstGeom prst="rect">
            <a:avLst/>
          </a:prstGeom>
        </p:spPr>
      </p:pic>
      <p:pic>
        <p:nvPicPr>
          <p:cNvPr id="9" name="Picture 11" descr="Calendario Ocupado Ilustraciones Stock, Vectores, Y Clipart – (4,323  Ilustraciones Stock)">
            <a:extLst>
              <a:ext uri="{FF2B5EF4-FFF2-40B4-BE49-F238E27FC236}">
                <a16:creationId xmlns:a16="http://schemas.microsoft.com/office/drawing/2014/main" id="{830813ED-37AA-FB4F-6F63-7F342565A7A1}"/>
              </a:ext>
            </a:extLst>
          </p:cNvPr>
          <p:cNvPicPr>
            <a:picLocks noChangeAspect="1"/>
          </p:cNvPicPr>
          <p:nvPr/>
        </p:nvPicPr>
        <p:blipFill>
          <a:blip r:embed="rId7"/>
          <a:stretch>
            <a:fillRect/>
          </a:stretch>
        </p:blipFill>
        <p:spPr>
          <a:xfrm>
            <a:off x="5114746" y="2692161"/>
            <a:ext cx="2091905" cy="2106283"/>
          </a:xfrm>
          <a:prstGeom prst="rect">
            <a:avLst/>
          </a:prstGeom>
        </p:spPr>
      </p:pic>
      <p:sp>
        <p:nvSpPr>
          <p:cNvPr id="10" name="TextBox 13">
            <a:extLst>
              <a:ext uri="{FF2B5EF4-FFF2-40B4-BE49-F238E27FC236}">
                <a16:creationId xmlns:a16="http://schemas.microsoft.com/office/drawing/2014/main" id="{F7152F46-7216-A795-E1B0-684C95DA1464}"/>
              </a:ext>
            </a:extLst>
          </p:cNvPr>
          <p:cNvSpPr txBox="1"/>
          <p:nvPr/>
        </p:nvSpPr>
        <p:spPr>
          <a:xfrm>
            <a:off x="4673316" y="4899982"/>
            <a:ext cx="2830317"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ea typeface="+mn-lt"/>
                <a:cs typeface="+mn-lt"/>
              </a:rPr>
              <a:t>Agenda </a:t>
            </a:r>
            <a:r>
              <a:rPr lang="en-US" sz="1200" err="1">
                <a:ea typeface="+mn-lt"/>
                <a:cs typeface="+mn-lt"/>
              </a:rPr>
              <a:t>desorganizada</a:t>
            </a:r>
            <a:r>
              <a:rPr lang="en-US" sz="1200">
                <a:ea typeface="+mn-lt"/>
                <a:cs typeface="+mn-lt"/>
              </a:rPr>
              <a:t>, doble </a:t>
            </a:r>
            <a:r>
              <a:rPr lang="en-US" sz="1200" err="1">
                <a:ea typeface="+mn-lt"/>
                <a:cs typeface="+mn-lt"/>
              </a:rPr>
              <a:t>reservas</a:t>
            </a:r>
            <a:r>
              <a:rPr lang="en-US" sz="1200">
                <a:ea typeface="+mn-lt"/>
                <a:cs typeface="+mn-lt"/>
              </a:rPr>
              <a:t>, </a:t>
            </a:r>
            <a:r>
              <a:rPr lang="en-US" sz="1200" err="1">
                <a:ea typeface="+mn-lt"/>
                <a:cs typeface="+mn-lt"/>
              </a:rPr>
              <a:t>falta</a:t>
            </a:r>
            <a:r>
              <a:rPr lang="en-US" sz="1200">
                <a:ea typeface="+mn-lt"/>
                <a:cs typeface="+mn-lt"/>
              </a:rPr>
              <a:t> de control, </a:t>
            </a:r>
            <a:r>
              <a:rPr lang="en-US" sz="1200" err="1">
                <a:ea typeface="+mn-lt"/>
                <a:cs typeface="+mn-lt"/>
              </a:rPr>
              <a:t>simbolizando</a:t>
            </a:r>
            <a:r>
              <a:rPr lang="en-US" sz="1200">
                <a:ea typeface="+mn-lt"/>
                <a:cs typeface="+mn-lt"/>
              </a:rPr>
              <a:t> que </a:t>
            </a:r>
            <a:r>
              <a:rPr lang="en-US" sz="1200" err="1">
                <a:ea typeface="+mn-lt"/>
                <a:cs typeface="+mn-lt"/>
              </a:rPr>
              <a:t>el</a:t>
            </a:r>
            <a:r>
              <a:rPr lang="en-US" sz="1200">
                <a:ea typeface="+mn-lt"/>
                <a:cs typeface="+mn-lt"/>
              </a:rPr>
              <a:t> </a:t>
            </a:r>
            <a:r>
              <a:rPr lang="en-US" sz="1200" err="1">
                <a:ea typeface="+mn-lt"/>
                <a:cs typeface="+mn-lt"/>
              </a:rPr>
              <a:t>sistema</a:t>
            </a:r>
            <a:r>
              <a:rPr lang="en-US" sz="1200">
                <a:ea typeface="+mn-lt"/>
                <a:cs typeface="+mn-lt"/>
              </a:rPr>
              <a:t> no es </a:t>
            </a:r>
            <a:r>
              <a:rPr lang="en-US" sz="1200" err="1">
                <a:ea typeface="+mn-lt"/>
                <a:cs typeface="+mn-lt"/>
              </a:rPr>
              <a:t>eficiente</a:t>
            </a:r>
            <a:r>
              <a:rPr lang="en-US" sz="1200">
                <a:ea typeface="+mn-lt"/>
                <a:cs typeface="+mn-lt"/>
              </a:rPr>
              <a:t>.</a:t>
            </a:r>
            <a:endParaRPr lang="en-US" sz="1200"/>
          </a:p>
        </p:txBody>
      </p:sp>
      <p:pic>
        <p:nvPicPr>
          <p:cNvPr id="11" name="Picture 14" descr="1.200+ Ordenador Portátil Con Sistema De Mensaje De Error Ilustraciones de  Stock, gráficos vectoriales libres de derechos y clip art - iStock">
            <a:extLst>
              <a:ext uri="{FF2B5EF4-FFF2-40B4-BE49-F238E27FC236}">
                <a16:creationId xmlns:a16="http://schemas.microsoft.com/office/drawing/2014/main" id="{FA020E1A-1F89-3600-8193-E576F7C687A4}"/>
              </a:ext>
            </a:extLst>
          </p:cNvPr>
          <p:cNvPicPr>
            <a:picLocks noChangeAspect="1"/>
          </p:cNvPicPr>
          <p:nvPr/>
        </p:nvPicPr>
        <p:blipFill>
          <a:blip r:embed="rId8"/>
          <a:srcRect l="14722" t="1430" r="11140" b="-2743"/>
          <a:stretch>
            <a:fillRect/>
          </a:stretch>
        </p:blipFill>
        <p:spPr>
          <a:xfrm>
            <a:off x="8195095" y="2615871"/>
            <a:ext cx="2387634" cy="2171980"/>
          </a:xfrm>
          <a:prstGeom prst="rect">
            <a:avLst/>
          </a:prstGeom>
        </p:spPr>
      </p:pic>
      <p:pic>
        <p:nvPicPr>
          <p:cNvPr id="7" name="Imagen 6">
            <a:extLst>
              <a:ext uri="{FF2B5EF4-FFF2-40B4-BE49-F238E27FC236}">
                <a16:creationId xmlns:a16="http://schemas.microsoft.com/office/drawing/2014/main" id="{5A8475E8-7492-8A4D-B860-1D33676FECD1}"/>
              </a:ext>
            </a:extLst>
          </p:cNvPr>
          <p:cNvPicPr>
            <a:picLocks noChangeAspect="1"/>
          </p:cNvPicPr>
          <p:nvPr/>
        </p:nvPicPr>
        <p:blipFill>
          <a:blip r:embed="rId9"/>
          <a:stretch>
            <a:fillRect/>
          </a:stretch>
        </p:blipFill>
        <p:spPr>
          <a:xfrm>
            <a:off x="8983579" y="5119666"/>
            <a:ext cx="2527916" cy="929561"/>
          </a:xfrm>
          <a:prstGeom prst="rect">
            <a:avLst/>
          </a:prstGeom>
        </p:spPr>
      </p:pic>
    </p:spTree>
    <p:extLst>
      <p:ext uri="{BB962C8B-B14F-4D97-AF65-F5344CB8AC3E}">
        <p14:creationId xmlns:p14="http://schemas.microsoft.com/office/powerpoint/2010/main" val="281080768"/>
      </p:ext>
    </p:extLst>
  </p:cSld>
  <p:clrMapOvr>
    <a:masterClrMapping/>
  </p:clrMapOvr>
  <p:extLst>
    <p:ext uri="{6950BFC3-D8DA-4A85-94F7-54DA5524770B}">
      <p188:commentRel xmlns:p188="http://schemas.microsoft.com/office/powerpoint/2018/8/main" r:id="rId2"/>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3B756-3695-3BBD-9303-AC821E0D20EB}"/>
            </a:ext>
          </a:extLst>
        </p:cNvPr>
        <p:cNvGrpSpPr/>
        <p:nvPr/>
      </p:nvGrpSpPr>
      <p:grpSpPr>
        <a:xfrm>
          <a:off x="0" y="0"/>
          <a:ext cx="0" cy="0"/>
          <a:chOff x="0" y="0"/>
          <a:chExt cx="0" cy="0"/>
        </a:xfrm>
      </p:grpSpPr>
      <p:pic>
        <p:nvPicPr>
          <p:cNvPr id="7" name="Imagen 6">
            <a:extLst>
              <a:ext uri="{FF2B5EF4-FFF2-40B4-BE49-F238E27FC236}">
                <a16:creationId xmlns:a16="http://schemas.microsoft.com/office/drawing/2014/main" id="{FEF601EC-07DB-3422-153A-B21BCBC42CE0}"/>
              </a:ext>
            </a:extLst>
          </p:cNvPr>
          <p:cNvPicPr>
            <a:picLocks noChangeAspect="1"/>
          </p:cNvPicPr>
          <p:nvPr/>
        </p:nvPicPr>
        <p:blipFill>
          <a:blip r:embed="rId3"/>
          <a:stretch>
            <a:fillRect/>
          </a:stretch>
        </p:blipFill>
        <p:spPr>
          <a:xfrm>
            <a:off x="311536" y="866274"/>
            <a:ext cx="11568927" cy="4254108"/>
          </a:xfrm>
          <a:prstGeom prst="rect">
            <a:avLst/>
          </a:prstGeom>
        </p:spPr>
      </p:pic>
    </p:spTree>
    <p:extLst>
      <p:ext uri="{BB962C8B-B14F-4D97-AF65-F5344CB8AC3E}">
        <p14:creationId xmlns:p14="http://schemas.microsoft.com/office/powerpoint/2010/main" val="149745495"/>
      </p:ext>
    </p:extLst>
  </p:cSld>
  <p:clrMapOvr>
    <a:masterClrMapping/>
  </p:clrMapOvr>
  <p:extLst>
    <p:ext uri="{6950BFC3-D8DA-4A85-94F7-54DA5524770B}">
      <p188:commentRel xmlns:p188="http://schemas.microsoft.com/office/powerpoint/2018/8/main" r:id="rId2"/>
    </p:ext>
  </p:extLs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adroTexto 4">
            <a:extLst>
              <a:ext uri="{FF2B5EF4-FFF2-40B4-BE49-F238E27FC236}">
                <a16:creationId xmlns:a16="http://schemas.microsoft.com/office/drawing/2014/main" id="{015D167A-EE62-EA02-E6F4-53710691F485}"/>
              </a:ext>
            </a:extLst>
          </p:cNvPr>
          <p:cNvSpPr txBox="1"/>
          <p:nvPr/>
        </p:nvSpPr>
        <p:spPr>
          <a:xfrm>
            <a:off x="605128" y="423813"/>
            <a:ext cx="3669714" cy="830997"/>
          </a:xfrm>
          <a:prstGeom prst="rect">
            <a:avLst/>
          </a:prstGeom>
          <a:noFill/>
        </p:spPr>
        <p:txBody>
          <a:bodyPr wrap="square" lIns="91440" tIns="45720" rIns="91440" bIns="45720" rtlCol="0" anchor="t">
            <a:spAutoFit/>
          </a:bodyPr>
          <a:lstStyle/>
          <a:p>
            <a:pPr>
              <a:defRPr/>
            </a:pPr>
            <a:r>
              <a:rPr lang="es-ES" sz="2400" b="1" dirty="0">
                <a:solidFill>
                  <a:prstClr val="black">
                    <a:lumMod val="75000"/>
                    <a:lumOff val="25000"/>
                  </a:prstClr>
                </a:solidFill>
                <a:ea typeface="+mn-lt"/>
                <a:cs typeface="+mn-lt"/>
              </a:rPr>
              <a:t>Árbol </a:t>
            </a:r>
            <a:r>
              <a:rPr lang="es-ES" sz="2400" b="1" dirty="0">
                <a:solidFill>
                  <a:prstClr val="black">
                    <a:lumMod val="75000"/>
                    <a:lumOff val="25000"/>
                  </a:prstClr>
                </a:solidFill>
                <a:latin typeface="Calibri"/>
                <a:ea typeface="Calibri"/>
                <a:cs typeface="Calibri"/>
              </a:rPr>
              <a:t>de </a:t>
            </a:r>
            <a:r>
              <a:rPr lang="es-ES" sz="2400" b="1" dirty="0">
                <a:solidFill>
                  <a:prstClr val="black">
                    <a:lumMod val="75000"/>
                    <a:lumOff val="25000"/>
                  </a:prstClr>
                </a:solidFill>
                <a:latin typeface="Work Sans Bold Roman"/>
              </a:rPr>
              <a:t>Problemas</a:t>
            </a:r>
            <a:endParaRPr lang="es-ES" sz="2400" b="1" i="0" u="none" strike="noStrike" kern="1200" cap="none" spc="0" normalizeH="0" baseline="0" noProof="0" dirty="0">
              <a:ln>
                <a:noFill/>
              </a:ln>
              <a:solidFill>
                <a:prstClr val="black">
                  <a:lumMod val="75000"/>
                  <a:lumOff val="25000"/>
                </a:prstClr>
              </a:solidFill>
              <a:effectLst/>
              <a:uLnTx/>
              <a:uFillTx/>
              <a:latin typeface="Work Sans Bold Roman"/>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s-ES" sz="2400" b="1" i="0" u="none" strike="noStrike" kern="1200" cap="none" spc="0" normalizeH="0" baseline="0" noProof="0" dirty="0">
              <a:ln>
                <a:noFill/>
              </a:ln>
              <a:solidFill>
                <a:prstClr val="black">
                  <a:lumMod val="75000"/>
                  <a:lumOff val="25000"/>
                </a:prstClr>
              </a:solidFill>
              <a:effectLst/>
              <a:uLnTx/>
              <a:uFillTx/>
              <a:latin typeface="Work Sans Bold Roman"/>
            </a:endParaRPr>
          </a:p>
        </p:txBody>
      </p:sp>
      <p:pic>
        <p:nvPicPr>
          <p:cNvPr id="3" name="Picture 2">
            <a:extLst>
              <a:ext uri="{FF2B5EF4-FFF2-40B4-BE49-F238E27FC236}">
                <a16:creationId xmlns:a16="http://schemas.microsoft.com/office/drawing/2014/main" id="{6358C1E2-4B46-D591-8A84-9176CCCF726A}"/>
              </a:ext>
            </a:extLst>
          </p:cNvPr>
          <p:cNvPicPr>
            <a:picLocks noChangeAspect="1"/>
          </p:cNvPicPr>
          <p:nvPr/>
        </p:nvPicPr>
        <p:blipFill>
          <a:blip r:embed="rId3"/>
          <a:stretch>
            <a:fillRect/>
          </a:stretch>
        </p:blipFill>
        <p:spPr>
          <a:xfrm>
            <a:off x="612742" y="0"/>
            <a:ext cx="10966515" cy="6858000"/>
          </a:xfrm>
          <a:prstGeom prst="rect">
            <a:avLst/>
          </a:prstGeom>
        </p:spPr>
      </p:pic>
      <p:pic>
        <p:nvPicPr>
          <p:cNvPr id="4" name="Imagen 3">
            <a:extLst>
              <a:ext uri="{FF2B5EF4-FFF2-40B4-BE49-F238E27FC236}">
                <a16:creationId xmlns:a16="http://schemas.microsoft.com/office/drawing/2014/main" id="{6760C5B5-9F41-6E07-A8A0-26EC7FE039C1}"/>
              </a:ext>
            </a:extLst>
          </p:cNvPr>
          <p:cNvPicPr>
            <a:picLocks noChangeAspect="1"/>
          </p:cNvPicPr>
          <p:nvPr/>
        </p:nvPicPr>
        <p:blipFill>
          <a:blip r:embed="rId4"/>
          <a:stretch>
            <a:fillRect/>
          </a:stretch>
        </p:blipFill>
        <p:spPr>
          <a:xfrm>
            <a:off x="9352547" y="5458146"/>
            <a:ext cx="2527916" cy="929561"/>
          </a:xfrm>
          <a:prstGeom prst="rect">
            <a:avLst/>
          </a:prstGeom>
        </p:spPr>
      </p:pic>
    </p:spTree>
    <p:extLst>
      <p:ext uri="{BB962C8B-B14F-4D97-AF65-F5344CB8AC3E}">
        <p14:creationId xmlns:p14="http://schemas.microsoft.com/office/powerpoint/2010/main" val="4085932155"/>
      </p:ext>
    </p:extLst>
  </p:cSld>
  <p:clrMapOvr>
    <a:masterClrMapping/>
  </p:clrMapOvr>
  <p:extLst>
    <p:ext uri="{6950BFC3-D8DA-4A85-94F7-54DA5524770B}">
      <p188:commentRel xmlns:p188="http://schemas.microsoft.com/office/powerpoint/2018/8/main" r:id="rId2"/>
    </p:ext>
  </p:extLs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28F619-5F25-AA9D-A4D4-84BB740FA007}"/>
            </a:ext>
          </a:extLst>
        </p:cNvPr>
        <p:cNvGrpSpPr/>
        <p:nvPr/>
      </p:nvGrpSpPr>
      <p:grpSpPr>
        <a:xfrm>
          <a:off x="0" y="0"/>
          <a:ext cx="0" cy="0"/>
          <a:chOff x="0" y="0"/>
          <a:chExt cx="0" cy="0"/>
        </a:xfrm>
      </p:grpSpPr>
      <p:sp>
        <p:nvSpPr>
          <p:cNvPr id="5" name="CuadroTexto 4">
            <a:extLst>
              <a:ext uri="{FF2B5EF4-FFF2-40B4-BE49-F238E27FC236}">
                <a16:creationId xmlns:a16="http://schemas.microsoft.com/office/drawing/2014/main" id="{E32AA6DD-A5B4-A57D-6965-8F7879DB4EF6}"/>
              </a:ext>
            </a:extLst>
          </p:cNvPr>
          <p:cNvSpPr txBox="1"/>
          <p:nvPr/>
        </p:nvSpPr>
        <p:spPr>
          <a:xfrm>
            <a:off x="605128" y="423813"/>
            <a:ext cx="3669714" cy="830997"/>
          </a:xfrm>
          <a:prstGeom prst="rect">
            <a:avLst/>
          </a:prstGeom>
          <a:noFill/>
        </p:spPr>
        <p:txBody>
          <a:bodyPr wrap="square" lIns="91440" tIns="45720" rIns="91440" bIns="45720" rtlCol="0" anchor="t">
            <a:spAutoFit/>
          </a:bodyPr>
          <a:lstStyle/>
          <a:p>
            <a:pPr>
              <a:defRPr/>
            </a:pPr>
            <a:r>
              <a:rPr lang="es-ES" sz="2400" b="1" dirty="0">
                <a:solidFill>
                  <a:prstClr val="black">
                    <a:lumMod val="75000"/>
                    <a:lumOff val="25000"/>
                  </a:prstClr>
                </a:solidFill>
                <a:latin typeface="Work Sans Bold Roman"/>
              </a:rPr>
              <a:t>Árbol de Objetivo </a:t>
            </a:r>
            <a:endParaRPr lang="es-ES" dirty="0">
              <a:solidFill>
                <a:prstClr val="black">
                  <a:lumMod val="75000"/>
                  <a:lumOff val="25000"/>
                </a:prstClr>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s-ES" sz="2400" b="1" i="0" u="none" strike="noStrike" kern="1200" cap="none" spc="0" normalizeH="0" baseline="0" noProof="0" dirty="0">
              <a:ln>
                <a:noFill/>
              </a:ln>
              <a:solidFill>
                <a:prstClr val="black">
                  <a:lumMod val="75000"/>
                  <a:lumOff val="25000"/>
                </a:prstClr>
              </a:solidFill>
              <a:effectLst/>
              <a:uLnTx/>
              <a:uFillTx/>
              <a:latin typeface="Work Sans Bold Roman"/>
            </a:endParaRPr>
          </a:p>
        </p:txBody>
      </p:sp>
      <p:pic>
        <p:nvPicPr>
          <p:cNvPr id="3" name="Picture 2">
            <a:extLst>
              <a:ext uri="{FF2B5EF4-FFF2-40B4-BE49-F238E27FC236}">
                <a16:creationId xmlns:a16="http://schemas.microsoft.com/office/drawing/2014/main" id="{EFACB039-960D-6984-2807-9A5B19B0FD80}"/>
              </a:ext>
            </a:extLst>
          </p:cNvPr>
          <p:cNvPicPr>
            <a:picLocks noChangeAspect="1"/>
          </p:cNvPicPr>
          <p:nvPr/>
        </p:nvPicPr>
        <p:blipFill>
          <a:blip r:embed="rId3"/>
          <a:stretch>
            <a:fillRect/>
          </a:stretch>
        </p:blipFill>
        <p:spPr>
          <a:xfrm>
            <a:off x="794910" y="0"/>
            <a:ext cx="10602179" cy="6858000"/>
          </a:xfrm>
          <a:prstGeom prst="rect">
            <a:avLst/>
          </a:prstGeom>
        </p:spPr>
      </p:pic>
      <p:pic>
        <p:nvPicPr>
          <p:cNvPr id="4" name="Imagen 3">
            <a:extLst>
              <a:ext uri="{FF2B5EF4-FFF2-40B4-BE49-F238E27FC236}">
                <a16:creationId xmlns:a16="http://schemas.microsoft.com/office/drawing/2014/main" id="{0124401C-6831-493B-73F7-76E453F2F3D7}"/>
              </a:ext>
            </a:extLst>
          </p:cNvPr>
          <p:cNvPicPr>
            <a:picLocks noChangeAspect="1"/>
          </p:cNvPicPr>
          <p:nvPr/>
        </p:nvPicPr>
        <p:blipFill>
          <a:blip r:embed="rId4"/>
          <a:stretch>
            <a:fillRect/>
          </a:stretch>
        </p:blipFill>
        <p:spPr>
          <a:xfrm>
            <a:off x="9352547" y="5458146"/>
            <a:ext cx="2527916" cy="929561"/>
          </a:xfrm>
          <a:prstGeom prst="rect">
            <a:avLst/>
          </a:prstGeom>
        </p:spPr>
      </p:pic>
    </p:spTree>
    <p:extLst>
      <p:ext uri="{BB962C8B-B14F-4D97-AF65-F5344CB8AC3E}">
        <p14:creationId xmlns:p14="http://schemas.microsoft.com/office/powerpoint/2010/main" val="2089533574"/>
      </p:ext>
    </p:extLst>
  </p:cSld>
  <p:clrMapOvr>
    <a:masterClrMapping/>
  </p:clrMapOvr>
  <p:extLst>
    <p:ext uri="{6950BFC3-D8DA-4A85-94F7-54DA5524770B}">
      <p188:commentRel xmlns:p188="http://schemas.microsoft.com/office/powerpoint/2018/8/main" r:id="rId2"/>
    </p:ext>
  </p:extLst>
</p:sld>
</file>

<file path=ppt/slides/slide8.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951D1C-ACAB-30A9-933A-FC96DF28A2F0}"/>
              </a:ext>
            </a:extLst>
          </p:cNvPr>
          <p:cNvSpPr txBox="1">
            <a:spLocks/>
          </p:cNvSpPr>
          <p:nvPr/>
        </p:nvSpPr>
        <p:spPr>
          <a:xfrm>
            <a:off x="1520925" y="1199808"/>
            <a:ext cx="3058086" cy="1550749"/>
          </a:xfrm>
          <a:prstGeom prst="rect">
            <a:avLst/>
          </a:prstGeom>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CO" sz="4800" b="1" dirty="0">
                <a:solidFill>
                  <a:srgbClr val="38AA00"/>
                </a:solidFill>
                <a:latin typeface="WORK SANS BOLD ROMAN"/>
              </a:rPr>
              <a:t>Objetivo General </a:t>
            </a:r>
          </a:p>
        </p:txBody>
      </p:sp>
      <p:sp>
        <p:nvSpPr>
          <p:cNvPr id="3" name="CuadroTexto 2">
            <a:extLst>
              <a:ext uri="{FF2B5EF4-FFF2-40B4-BE49-F238E27FC236}">
                <a16:creationId xmlns:a16="http://schemas.microsoft.com/office/drawing/2014/main" id="{CF6697F3-B1A3-FADB-1243-D89866428CB1}"/>
              </a:ext>
            </a:extLst>
          </p:cNvPr>
          <p:cNvSpPr txBox="1"/>
          <p:nvPr/>
        </p:nvSpPr>
        <p:spPr>
          <a:xfrm>
            <a:off x="1046998" y="3155208"/>
            <a:ext cx="4010676" cy="1815882"/>
          </a:xfrm>
          <a:prstGeom prst="rect">
            <a:avLst/>
          </a:prstGeom>
          <a:noFill/>
        </p:spPr>
        <p:txBody>
          <a:bodyPr wrap="square" lIns="91440" tIns="45720" rIns="91440" bIns="45720" rtlCol="0" anchor="t">
            <a:spAutoFit/>
          </a:bodyPr>
          <a:lstStyle/>
          <a:p>
            <a:r>
              <a:rPr lang="es-CO" sz="2800" dirty="0">
                <a:latin typeface="Work Sans Light Roman"/>
              </a:rPr>
              <a:t>Innovar con un software enfocado a las reservas de restaurantes de gran flujo de personas</a:t>
            </a:r>
            <a:endParaRPr lang="es-CO" sz="3200" dirty="0">
              <a:ea typeface="Calibri" panose="020F0502020204030204"/>
              <a:cs typeface="Calibri" panose="020F0502020204030204"/>
            </a:endParaRPr>
          </a:p>
        </p:txBody>
      </p:sp>
      <p:cxnSp>
        <p:nvCxnSpPr>
          <p:cNvPr id="4" name="Conector recto 3">
            <a:extLst>
              <a:ext uri="{FF2B5EF4-FFF2-40B4-BE49-F238E27FC236}">
                <a16:creationId xmlns:a16="http://schemas.microsoft.com/office/drawing/2014/main" id="{669DD18A-AB54-34AC-A662-0BDC60B050FF}"/>
              </a:ext>
            </a:extLst>
          </p:cNvPr>
          <p:cNvCxnSpPr>
            <a:cxnSpLocks/>
          </p:cNvCxnSpPr>
          <p:nvPr/>
        </p:nvCxnSpPr>
        <p:spPr>
          <a:xfrm>
            <a:off x="1157468" y="2704095"/>
            <a:ext cx="1425934" cy="0"/>
          </a:xfrm>
          <a:prstGeom prst="line">
            <a:avLst/>
          </a:prstGeom>
          <a:ln w="12700">
            <a:solidFill>
              <a:srgbClr val="4D4D4C"/>
            </a:solidFill>
          </a:ln>
        </p:spPr>
        <p:style>
          <a:lnRef idx="1">
            <a:schemeClr val="accent1"/>
          </a:lnRef>
          <a:fillRef idx="0">
            <a:schemeClr val="accent1"/>
          </a:fillRef>
          <a:effectRef idx="0">
            <a:schemeClr val="accent1"/>
          </a:effectRef>
          <a:fontRef idx="minor">
            <a:schemeClr val="tx1"/>
          </a:fontRef>
        </p:style>
      </p:cxnSp>
      <p:pic>
        <p:nvPicPr>
          <p:cNvPr id="9" name="Imagen 8">
            <a:extLst>
              <a:ext uri="{FF2B5EF4-FFF2-40B4-BE49-F238E27FC236}">
                <a16:creationId xmlns:a16="http://schemas.microsoft.com/office/drawing/2014/main" id="{CBB8E863-134C-047E-564D-20E4D7521C87}"/>
              </a:ext>
            </a:extLst>
          </p:cNvPr>
          <p:cNvPicPr>
            <a:picLocks noChangeAspect="1"/>
          </p:cNvPicPr>
          <p:nvPr/>
        </p:nvPicPr>
        <p:blipFill rotWithShape="1">
          <a:blip r:embed="rId4"/>
          <a:srcRect l="13166" r="239"/>
          <a:stretch/>
        </p:blipFill>
        <p:spPr>
          <a:xfrm>
            <a:off x="6096000" y="0"/>
            <a:ext cx="6096000" cy="6858000"/>
          </a:xfrm>
          <a:prstGeom prst="rect">
            <a:avLst/>
          </a:prstGeom>
        </p:spPr>
      </p:pic>
    </p:spTree>
    <p:extLst>
      <p:ext uri="{BB962C8B-B14F-4D97-AF65-F5344CB8AC3E}">
        <p14:creationId xmlns:p14="http://schemas.microsoft.com/office/powerpoint/2010/main" val="3038000178"/>
      </p:ext>
    </p:extLst>
  </p:cSld>
  <p:clrMapOvr>
    <a:masterClrMapping/>
  </p:clrMapOvr>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99F34D7F-7092-FA25-DC24-6AA5ACC7D90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A50A093F-98E4-BFBC-709C-9C138BDE59E3}"/>
              </a:ext>
            </a:extLst>
          </p:cNvPr>
          <p:cNvSpPr txBox="1">
            <a:spLocks/>
          </p:cNvSpPr>
          <p:nvPr/>
        </p:nvSpPr>
        <p:spPr>
          <a:xfrm>
            <a:off x="553928" y="270150"/>
            <a:ext cx="9815809" cy="741563"/>
          </a:xfrm>
          <a:prstGeom prst="rect">
            <a:avLst/>
          </a:prstGeom>
          <a:ln>
            <a:noFill/>
          </a:ln>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s-CO" sz="3600" b="1" u="none" strike="noStrike" kern="1200" cap="none" spc="0" normalizeH="0" baseline="0" noProof="0" dirty="0">
                <a:ln>
                  <a:noFill/>
                </a:ln>
                <a:solidFill>
                  <a:srgbClr val="4D4D4C"/>
                </a:solidFill>
                <a:effectLst/>
                <a:uLnTx/>
                <a:uFillTx/>
                <a:latin typeface="WORK SANS BOLD ROMAN"/>
              </a:rPr>
              <a:t>Objetivos Específicos </a:t>
            </a:r>
            <a:endParaRPr lang="es-CO" sz="3600" b="1" u="none" strike="noStrike" kern="1200" cap="none" spc="0" normalizeH="0" baseline="0" noProof="0" dirty="0">
              <a:ln>
                <a:noFill/>
              </a:ln>
              <a:solidFill>
                <a:srgbClr val="4D4D4C"/>
              </a:solidFill>
              <a:effectLst/>
              <a:uLnTx/>
              <a:uFillTx/>
              <a:latin typeface="WORK SANS BOLD ROMAN"/>
            </a:endParaRPr>
          </a:p>
        </p:txBody>
      </p:sp>
      <p:sp>
        <p:nvSpPr>
          <p:cNvPr id="3" name="CuadroTexto 2">
            <a:extLst>
              <a:ext uri="{FF2B5EF4-FFF2-40B4-BE49-F238E27FC236}">
                <a16:creationId xmlns:a16="http://schemas.microsoft.com/office/drawing/2014/main" id="{389C1D34-0AF1-87FD-82FE-58570D1504D0}"/>
              </a:ext>
            </a:extLst>
          </p:cNvPr>
          <p:cNvSpPr txBox="1"/>
          <p:nvPr/>
        </p:nvSpPr>
        <p:spPr>
          <a:xfrm>
            <a:off x="2006388" y="2916383"/>
            <a:ext cx="8196461" cy="2246769"/>
          </a:xfrm>
          <a:prstGeom prst="rect">
            <a:avLst/>
          </a:prstGeom>
          <a:noFill/>
        </p:spPr>
        <p:txBody>
          <a:bodyPr wrap="square" lIns="91440" tIns="45720" rIns="91440" bIns="45720" rtlCol="0" anchor="t">
            <a:spAutoFit/>
          </a:bodyPr>
          <a:lstStyle/>
          <a:p>
            <a:pPr marL="342900" indent="-342900">
              <a:buClr>
                <a:srgbClr val="38AA00"/>
              </a:buClr>
              <a:buAutoNum type="arabicPeriod"/>
            </a:pPr>
            <a:r>
              <a:rPr lang="es-CO" sz="2800" dirty="0">
                <a:ea typeface="Calibri"/>
                <a:cs typeface="Calibri"/>
              </a:rPr>
              <a:t>Mayor visibilidad de los restaurantes, por medio de la aplicación o página web</a:t>
            </a:r>
          </a:p>
          <a:p>
            <a:pPr marL="342900" indent="-342900">
              <a:buClr>
                <a:srgbClr val="38AA00"/>
              </a:buClr>
              <a:buAutoNum type="arabicPeriod"/>
            </a:pPr>
            <a:r>
              <a:rPr lang="es-CO" sz="2800" dirty="0">
                <a:ea typeface="+mn-lt"/>
                <a:cs typeface="+mn-lt"/>
              </a:rPr>
              <a:t>Aumentar el flujo de personas por restaurantes</a:t>
            </a:r>
            <a:endParaRPr lang="es-CO" sz="3200" dirty="0"/>
          </a:p>
          <a:p>
            <a:pPr marL="342900" indent="-342900">
              <a:buClr>
                <a:srgbClr val="38AA00"/>
              </a:buClr>
              <a:buAutoNum type="arabicPeriod"/>
            </a:pPr>
            <a:r>
              <a:rPr lang="es-CO" sz="2800" dirty="0">
                <a:ea typeface="+mn-lt"/>
                <a:cs typeface="+mn-lt"/>
              </a:rPr>
              <a:t>Plataforma intuitiva </a:t>
            </a:r>
          </a:p>
          <a:p>
            <a:pPr marL="342900" indent="-342900">
              <a:buClr>
                <a:srgbClr val="38AA00"/>
              </a:buClr>
              <a:buAutoNum type="arabicPeriod"/>
            </a:pPr>
            <a:r>
              <a:rPr lang="es-CO" sz="2800" dirty="0">
                <a:ea typeface="+mn-lt"/>
                <a:cs typeface="+mn-lt"/>
              </a:rPr>
              <a:t>Mejorar la gestión de las reservas en los restaurantes</a:t>
            </a:r>
          </a:p>
        </p:txBody>
      </p:sp>
      <p:cxnSp>
        <p:nvCxnSpPr>
          <p:cNvPr id="6" name="Conector recto de flecha 5">
            <a:extLst>
              <a:ext uri="{FF2B5EF4-FFF2-40B4-BE49-F238E27FC236}">
                <a16:creationId xmlns:a16="http://schemas.microsoft.com/office/drawing/2014/main" id="{89395501-E3CE-4CF9-3D3B-E40FE07C8AD8}"/>
              </a:ext>
            </a:extLst>
          </p:cNvPr>
          <p:cNvCxnSpPr>
            <a:cxnSpLocks/>
          </p:cNvCxnSpPr>
          <p:nvPr/>
        </p:nvCxnSpPr>
        <p:spPr>
          <a:xfrm flipV="1">
            <a:off x="435100" y="2239529"/>
            <a:ext cx="11339038" cy="4227"/>
          </a:xfrm>
          <a:prstGeom prst="straightConnector1">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 name="CuadroTexto 7">
            <a:extLst>
              <a:ext uri="{FF2B5EF4-FFF2-40B4-BE49-F238E27FC236}">
                <a16:creationId xmlns:a16="http://schemas.microsoft.com/office/drawing/2014/main" id="{454EC42F-B3A8-5F93-0BDB-13A73FAE832A}"/>
              </a:ext>
            </a:extLst>
          </p:cNvPr>
          <p:cNvSpPr txBox="1"/>
          <p:nvPr/>
        </p:nvSpPr>
        <p:spPr>
          <a:xfrm>
            <a:off x="3166084" y="1610105"/>
            <a:ext cx="5518437" cy="707886"/>
          </a:xfrm>
          <a:prstGeom prst="rect">
            <a:avLst/>
          </a:prstGeom>
          <a:noFill/>
        </p:spPr>
        <p:txBody>
          <a:bodyPr wrap="square" lIns="91440" tIns="45720" rIns="91440" bIns="45720" rtlCol="0" anchor="t">
            <a:spAutoFit/>
          </a:bodyPr>
          <a:lstStyle/>
          <a:p>
            <a:pPr algn="ctr"/>
            <a:r>
              <a:rPr lang="es-CO" sz="4000" b="1" dirty="0">
                <a:latin typeface="Work Sans Light Roman"/>
              </a:rPr>
              <a:t>UX</a:t>
            </a:r>
            <a:endParaRPr lang="es-ES" sz="4400" b="1" dirty="0">
              <a:ea typeface="Calibri"/>
              <a:cs typeface="Calibri"/>
            </a:endParaRPr>
          </a:p>
        </p:txBody>
      </p:sp>
      <p:pic>
        <p:nvPicPr>
          <p:cNvPr id="9" name="Imagen 8">
            <a:extLst>
              <a:ext uri="{FF2B5EF4-FFF2-40B4-BE49-F238E27FC236}">
                <a16:creationId xmlns:a16="http://schemas.microsoft.com/office/drawing/2014/main" id="{8655B74F-4297-250D-54B0-3077BC603243}"/>
              </a:ext>
            </a:extLst>
          </p:cNvPr>
          <p:cNvPicPr>
            <a:picLocks noChangeAspect="1"/>
          </p:cNvPicPr>
          <p:nvPr/>
        </p:nvPicPr>
        <p:blipFill>
          <a:blip r:embed="rId4"/>
          <a:stretch>
            <a:fillRect/>
          </a:stretch>
        </p:blipFill>
        <p:spPr>
          <a:xfrm>
            <a:off x="8949401" y="124609"/>
            <a:ext cx="2016661" cy="741563"/>
          </a:xfrm>
          <a:prstGeom prst="rect">
            <a:avLst/>
          </a:prstGeom>
        </p:spPr>
      </p:pic>
    </p:spTree>
    <p:extLst>
      <p:ext uri="{BB962C8B-B14F-4D97-AF65-F5344CB8AC3E}">
        <p14:creationId xmlns:p14="http://schemas.microsoft.com/office/powerpoint/2010/main" val="50539056"/>
      </p:ext>
    </p:extLst>
  </p:cSld>
  <p:clrMapOvr>
    <a:masterClrMapping/>
  </p:clrMapOvr>
  <p:extLst>
    <p:ext uri="{6950BFC3-D8DA-4A85-94F7-54DA5524770B}">
      <p188:commentRel xmlns:p188="http://schemas.microsoft.com/office/powerpoint/2018/8/main" r:id="rId2"/>
    </p:ext>
  </p:extLs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86A9AD-1FB2-B4CD-B173-A809C7EA4851}"/>
            </a:ext>
          </a:extLst>
        </p:cNvPr>
        <p:cNvGrpSpPr/>
        <p:nvPr/>
      </p:nvGrpSpPr>
      <p:grpSpPr>
        <a:xfrm>
          <a:off x="0" y="0"/>
          <a:ext cx="0" cy="0"/>
          <a:chOff x="0" y="0"/>
          <a:chExt cx="0" cy="0"/>
        </a:xfrm>
      </p:grpSpPr>
      <p:sp>
        <p:nvSpPr>
          <p:cNvPr id="7" name="Título 1">
            <a:extLst>
              <a:ext uri="{FF2B5EF4-FFF2-40B4-BE49-F238E27FC236}">
                <a16:creationId xmlns:a16="http://schemas.microsoft.com/office/drawing/2014/main" id="{2ACE75F1-F343-8856-BC69-4BB6B82BF3E4}"/>
              </a:ext>
            </a:extLst>
          </p:cNvPr>
          <p:cNvSpPr txBox="1">
            <a:spLocks/>
          </p:cNvSpPr>
          <p:nvPr/>
        </p:nvSpPr>
        <p:spPr>
          <a:xfrm>
            <a:off x="456236" y="416689"/>
            <a:ext cx="9815809" cy="741563"/>
          </a:xfrm>
          <a:prstGeom prst="rect">
            <a:avLst/>
          </a:prstGeom>
          <a:ln>
            <a:noFill/>
          </a:ln>
        </p:spPr>
        <p:txBody>
          <a:bodyPr lIns="91440" tIns="45720" rIns="91440" bIns="45720" anchor="t"/>
          <a:lstStyle>
            <a:defPPr>
              <a:defRPr lang="es-CO"/>
            </a:defPPr>
            <a:lvl1pPr marL="0" algn="l" defTabSz="914400" rtl="0" eaLnBrk="1" latinLnBrk="0" hangingPunct="1">
              <a:lnSpc>
                <a:spcPct val="90000"/>
              </a:lnSpc>
              <a:spcBef>
                <a:spcPct val="0"/>
              </a:spcBef>
              <a:buNone/>
              <a:defRPr sz="4400" kern="1200">
                <a:solidFill>
                  <a:schemeClr val="tx1"/>
                </a:solidFill>
                <a:latin typeface="+mj-lt"/>
                <a:ea typeface="+mj-ea"/>
                <a:cs typeface="+mj-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s-ES" sz="6000" b="1" u="none" strike="noStrike" kern="1200" cap="none" spc="0" normalizeH="0" baseline="0" noProof="0">
                <a:ln>
                  <a:noFill/>
                </a:ln>
                <a:effectLst/>
                <a:uLnTx/>
                <a:uFillTx/>
                <a:latin typeface="WORK SANS BOLD ROMAN"/>
              </a:rPr>
              <a:t>Alternativa</a:t>
            </a:r>
            <a:endParaRPr lang="es-ES" sz="6000" b="1" u="none" strike="noStrike" kern="1200" cap="none" spc="0" normalizeH="0" baseline="0" noProof="0">
              <a:ln>
                <a:noFill/>
              </a:ln>
              <a:effectLst/>
              <a:uLnTx/>
              <a:uFillTx/>
              <a:latin typeface="WORK SANS BOLD ROMAN"/>
            </a:endParaRPr>
          </a:p>
        </p:txBody>
      </p:sp>
      <p:pic>
        <p:nvPicPr>
          <p:cNvPr id="12" name="Picture 11" descr="3d hombre de negocios carácter comprobar teléfono celular 11421836 PNG">
            <a:extLst>
              <a:ext uri="{FF2B5EF4-FFF2-40B4-BE49-F238E27FC236}">
                <a16:creationId xmlns:a16="http://schemas.microsoft.com/office/drawing/2014/main" id="{7C9F16DF-1027-F329-8868-87831C314FF6}"/>
              </a:ext>
            </a:extLst>
          </p:cNvPr>
          <p:cNvPicPr>
            <a:picLocks noChangeAspect="1"/>
          </p:cNvPicPr>
          <p:nvPr/>
        </p:nvPicPr>
        <p:blipFill>
          <a:blip r:embed="rId3"/>
          <a:stretch>
            <a:fillRect/>
          </a:stretch>
        </p:blipFill>
        <p:spPr>
          <a:xfrm>
            <a:off x="553" y="1156939"/>
            <a:ext cx="2797097" cy="2797097"/>
          </a:xfrm>
          <a:prstGeom prst="rect">
            <a:avLst/>
          </a:prstGeom>
        </p:spPr>
      </p:pic>
      <p:pic>
        <p:nvPicPr>
          <p:cNvPr id="13" name="Picture 12" descr="Componentes- Panel de Administración | BeepQuest">
            <a:extLst>
              <a:ext uri="{FF2B5EF4-FFF2-40B4-BE49-F238E27FC236}">
                <a16:creationId xmlns:a16="http://schemas.microsoft.com/office/drawing/2014/main" id="{18071336-38DE-9A18-BBA1-DA494D8C2085}"/>
              </a:ext>
            </a:extLst>
          </p:cNvPr>
          <p:cNvPicPr>
            <a:picLocks noChangeAspect="1"/>
          </p:cNvPicPr>
          <p:nvPr/>
        </p:nvPicPr>
        <p:blipFill>
          <a:blip r:embed="rId4"/>
          <a:stretch>
            <a:fillRect/>
          </a:stretch>
        </p:blipFill>
        <p:spPr>
          <a:xfrm>
            <a:off x="3414132" y="1160697"/>
            <a:ext cx="4787590" cy="2891802"/>
          </a:xfrm>
          <a:prstGeom prst="rect">
            <a:avLst/>
          </a:prstGeom>
        </p:spPr>
      </p:pic>
      <p:pic>
        <p:nvPicPr>
          <p:cNvPr id="15" name="Picture 14" descr="Flujo de Clientes en Sucursal. Cómo Gestionarlo Efectivamente">
            <a:extLst>
              <a:ext uri="{FF2B5EF4-FFF2-40B4-BE49-F238E27FC236}">
                <a16:creationId xmlns:a16="http://schemas.microsoft.com/office/drawing/2014/main" id="{25560E15-5F02-95B2-15E4-7630096BD890}"/>
              </a:ext>
            </a:extLst>
          </p:cNvPr>
          <p:cNvPicPr>
            <a:picLocks noChangeAspect="1"/>
          </p:cNvPicPr>
          <p:nvPr/>
        </p:nvPicPr>
        <p:blipFill>
          <a:blip r:embed="rId5">
            <a:alphaModFix amt="78000"/>
          </a:blip>
          <a:srcRect r="1865" b="472"/>
          <a:stretch>
            <a:fillRect/>
          </a:stretch>
        </p:blipFill>
        <p:spPr>
          <a:xfrm>
            <a:off x="8914111" y="1575732"/>
            <a:ext cx="3014686" cy="1959520"/>
          </a:xfrm>
          <a:prstGeom prst="rect">
            <a:avLst/>
          </a:prstGeom>
        </p:spPr>
      </p:pic>
      <p:pic>
        <p:nvPicPr>
          <p:cNvPr id="16" name="Picture 15" descr="Crea tu propio mapa interactivo con MapMe * TYS Magazine">
            <a:extLst>
              <a:ext uri="{FF2B5EF4-FFF2-40B4-BE49-F238E27FC236}">
                <a16:creationId xmlns:a16="http://schemas.microsoft.com/office/drawing/2014/main" id="{ED2B800A-3F02-5C0A-87C8-7743902F0DB4}"/>
              </a:ext>
            </a:extLst>
          </p:cNvPr>
          <p:cNvPicPr>
            <a:picLocks noChangeAspect="1"/>
          </p:cNvPicPr>
          <p:nvPr/>
        </p:nvPicPr>
        <p:blipFill>
          <a:blip r:embed="rId6"/>
          <a:stretch>
            <a:fillRect/>
          </a:stretch>
        </p:blipFill>
        <p:spPr>
          <a:xfrm>
            <a:off x="6428317" y="4434945"/>
            <a:ext cx="3526366" cy="2062691"/>
          </a:xfrm>
          <a:prstGeom prst="rect">
            <a:avLst/>
          </a:prstGeom>
        </p:spPr>
      </p:pic>
      <p:sp>
        <p:nvSpPr>
          <p:cNvPr id="20" name="Arrow: Right 19">
            <a:extLst>
              <a:ext uri="{FF2B5EF4-FFF2-40B4-BE49-F238E27FC236}">
                <a16:creationId xmlns:a16="http://schemas.microsoft.com/office/drawing/2014/main" id="{911D2D84-AC42-E83E-FB3F-1D3DCB9D8CB3}"/>
              </a:ext>
            </a:extLst>
          </p:cNvPr>
          <p:cNvSpPr/>
          <p:nvPr/>
        </p:nvSpPr>
        <p:spPr>
          <a:xfrm>
            <a:off x="2614083" y="2328333"/>
            <a:ext cx="613833" cy="455083"/>
          </a:xfrm>
          <a:prstGeom prst="rightArrow">
            <a:avLst/>
          </a:prstGeom>
          <a:solidFill>
            <a:schemeClr val="tx1">
              <a:lumMod val="95000"/>
              <a:lumOff val="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Arrow: Right 20">
            <a:extLst>
              <a:ext uri="{FF2B5EF4-FFF2-40B4-BE49-F238E27FC236}">
                <a16:creationId xmlns:a16="http://schemas.microsoft.com/office/drawing/2014/main" id="{A1483C53-DD89-8CC4-0F88-B42B16DD1E94}"/>
              </a:ext>
            </a:extLst>
          </p:cNvPr>
          <p:cNvSpPr/>
          <p:nvPr/>
        </p:nvSpPr>
        <p:spPr>
          <a:xfrm>
            <a:off x="8202083" y="2328333"/>
            <a:ext cx="613833" cy="455083"/>
          </a:xfrm>
          <a:prstGeom prst="rightArrow">
            <a:avLst/>
          </a:prstGeom>
          <a:solidFill>
            <a:schemeClr val="tx1">
              <a:lumMod val="95000"/>
              <a:lumOff val="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Arrow: Right 21">
            <a:extLst>
              <a:ext uri="{FF2B5EF4-FFF2-40B4-BE49-F238E27FC236}">
                <a16:creationId xmlns:a16="http://schemas.microsoft.com/office/drawing/2014/main" id="{6F3516DE-10F6-1667-C72D-E2F98813A527}"/>
              </a:ext>
            </a:extLst>
          </p:cNvPr>
          <p:cNvSpPr/>
          <p:nvPr/>
        </p:nvSpPr>
        <p:spPr>
          <a:xfrm rot="7620000">
            <a:off x="8191499" y="3735916"/>
            <a:ext cx="613833" cy="455083"/>
          </a:xfrm>
          <a:prstGeom prst="rightArrow">
            <a:avLst/>
          </a:prstGeom>
          <a:solidFill>
            <a:schemeClr val="tx1">
              <a:lumMod val="95000"/>
              <a:lumOff val="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Arrow: Right 22">
            <a:extLst>
              <a:ext uri="{FF2B5EF4-FFF2-40B4-BE49-F238E27FC236}">
                <a16:creationId xmlns:a16="http://schemas.microsoft.com/office/drawing/2014/main" id="{41385486-82FD-0A4B-B2E7-64A292A16C4A}"/>
              </a:ext>
            </a:extLst>
          </p:cNvPr>
          <p:cNvSpPr/>
          <p:nvPr/>
        </p:nvSpPr>
        <p:spPr>
          <a:xfrm rot="10800000">
            <a:off x="4868331" y="5132915"/>
            <a:ext cx="1068916" cy="391583"/>
          </a:xfrm>
          <a:prstGeom prst="rightArrow">
            <a:avLst/>
          </a:prstGeom>
          <a:solidFill>
            <a:schemeClr val="tx1">
              <a:lumMod val="95000"/>
              <a:lumOff val="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4" name="Picture 23" descr="10 ideas de Emojis 💛 | emojis, emoticonos divertidos, emojis emoticonos">
            <a:extLst>
              <a:ext uri="{FF2B5EF4-FFF2-40B4-BE49-F238E27FC236}">
                <a16:creationId xmlns:a16="http://schemas.microsoft.com/office/drawing/2014/main" id="{61CAE943-8AF4-A5E1-B39A-1D532DC20548}"/>
              </a:ext>
            </a:extLst>
          </p:cNvPr>
          <p:cNvPicPr>
            <a:picLocks noChangeAspect="1"/>
          </p:cNvPicPr>
          <p:nvPr/>
        </p:nvPicPr>
        <p:blipFill>
          <a:blip r:embed="rId7"/>
          <a:stretch>
            <a:fillRect/>
          </a:stretch>
        </p:blipFill>
        <p:spPr>
          <a:xfrm>
            <a:off x="2103967" y="4210050"/>
            <a:ext cx="2247900" cy="2247900"/>
          </a:xfrm>
          <a:prstGeom prst="rect">
            <a:avLst/>
          </a:prstGeom>
        </p:spPr>
      </p:pic>
      <p:pic>
        <p:nvPicPr>
          <p:cNvPr id="3" name="Imagen 2">
            <a:extLst>
              <a:ext uri="{FF2B5EF4-FFF2-40B4-BE49-F238E27FC236}">
                <a16:creationId xmlns:a16="http://schemas.microsoft.com/office/drawing/2014/main" id="{AB5D2F31-512C-24D2-A020-543CD9D70E87}"/>
              </a:ext>
            </a:extLst>
          </p:cNvPr>
          <p:cNvPicPr>
            <a:picLocks noChangeAspect="1"/>
          </p:cNvPicPr>
          <p:nvPr/>
        </p:nvPicPr>
        <p:blipFill>
          <a:blip r:embed="rId8"/>
          <a:stretch>
            <a:fillRect/>
          </a:stretch>
        </p:blipFill>
        <p:spPr>
          <a:xfrm>
            <a:off x="10088033" y="5728598"/>
            <a:ext cx="1792430" cy="659109"/>
          </a:xfrm>
          <a:prstGeom prst="rect">
            <a:avLst/>
          </a:prstGeom>
        </p:spPr>
      </p:pic>
    </p:spTree>
    <p:extLst>
      <p:ext uri="{BB962C8B-B14F-4D97-AF65-F5344CB8AC3E}">
        <p14:creationId xmlns:p14="http://schemas.microsoft.com/office/powerpoint/2010/main" val="2612418769"/>
      </p:ext>
    </p:extLst>
  </p:cSld>
  <p:clrMapOvr>
    <a:masterClrMapping/>
  </p:clrMapOvr>
  <p:extLst>
    <p:ext uri="{6950BFC3-D8DA-4A85-94F7-54DA5524770B}">
      <p188:commentRel xmlns:p188="http://schemas.microsoft.com/office/powerpoint/2018/8/main" r:id="rId2"/>
    </p:ext>
  </p:extLst>
</p:sld>
</file>

<file path=ppt/slides/slide1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395BB55E-A0AF-120D-3F1C-74CBA3C04F3C}"/>
            </a:ext>
          </a:extLst>
        </p:cNvPr>
        <p:cNvGrpSpPr/>
        <p:nvPr/>
      </p:nvGrpSpPr>
      <p:grpSpPr>
        <a:xfrm>
          <a:off x="0" y="0"/>
          <a:ext cx="0" cy="0"/>
          <a:chOff x="0" y="0"/>
          <a:chExt cx="0" cy="0"/>
        </a:xfrm>
      </p:grpSpPr>
      <p:sp>
        <p:nvSpPr>
          <p:cNvPr id="8" name="CuadroTexto 4">
            <a:extLst>
              <a:ext uri="{FF2B5EF4-FFF2-40B4-BE49-F238E27FC236}">
                <a16:creationId xmlns:a16="http://schemas.microsoft.com/office/drawing/2014/main" id="{026FB49B-4FA2-5E79-0CA6-756242526103}"/>
              </a:ext>
            </a:extLst>
          </p:cNvPr>
          <p:cNvSpPr txBox="1"/>
          <p:nvPr/>
        </p:nvSpPr>
        <p:spPr>
          <a:xfrm>
            <a:off x="995422" y="2551837"/>
            <a:ext cx="6453678" cy="923330"/>
          </a:xfrm>
          <a:prstGeom prst="rect">
            <a:avLst/>
          </a:prstGeom>
          <a:noFill/>
        </p:spPr>
        <p:txBody>
          <a:bodyPr wrap="square" lIns="91440" tIns="45720" rIns="91440" bIns="45720" rtlCol="0" anchor="t">
            <a:spAutoFit/>
          </a:bodyPr>
          <a:ls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sz="5400" b="1" dirty="0">
                <a:solidFill>
                  <a:prstClr val="black">
                    <a:lumMod val="75000"/>
                    <a:lumOff val="25000"/>
                  </a:prstClr>
                </a:solidFill>
                <a:latin typeface="Work Sans Bold Roman"/>
              </a:rPr>
              <a:t>Metodología</a:t>
            </a:r>
          </a:p>
        </p:txBody>
      </p:sp>
      <p:sp>
        <p:nvSpPr>
          <p:cNvPr id="9" name="CuadroTexto 7">
            <a:extLst>
              <a:ext uri="{FF2B5EF4-FFF2-40B4-BE49-F238E27FC236}">
                <a16:creationId xmlns:a16="http://schemas.microsoft.com/office/drawing/2014/main" id="{2A5B7BAF-923C-71D0-8EC3-E1FF9DD03EE7}"/>
              </a:ext>
            </a:extLst>
          </p:cNvPr>
          <p:cNvSpPr txBox="1"/>
          <p:nvPr/>
        </p:nvSpPr>
        <p:spPr>
          <a:xfrm>
            <a:off x="991243" y="3469376"/>
            <a:ext cx="10093711" cy="1015663"/>
          </a:xfrm>
          <a:prstGeom prst="rect">
            <a:avLst/>
          </a:prstGeom>
          <a:noFill/>
        </p:spPr>
        <p:txBody>
          <a:bodyPr rot="0" spcFirstLastPara="0" vert="horz" wrap="square" lIns="91440" tIns="45720" rIns="91440" bIns="45720" numCol="1" spcCol="0" rtlCol="0" fromWordArt="0" anchor="t" anchorCtr="0" forceAA="0" compatLnSpc="1">
            <a:prstTxWarp prst="textNoShape">
              <a:avLst/>
            </a:prstTxWarp>
            <a:spAutoFit/>
          </a:bodyPr>
          <a:ls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CO" sz="2000" dirty="0">
                <a:ea typeface="+mn-lt"/>
                <a:cs typeface="+mn-lt"/>
              </a:rPr>
              <a:t>1- Listado de requisitos</a:t>
            </a:r>
            <a:endParaRPr lang="en-US" sz="2000" dirty="0">
              <a:ea typeface="+mn-lt"/>
              <a:cs typeface="+mn-lt"/>
            </a:endParaRPr>
          </a:p>
          <a:p>
            <a:r>
              <a:rPr lang="es-CO" sz="2000" dirty="0">
                <a:ea typeface="+mn-lt"/>
                <a:cs typeface="+mn-lt"/>
              </a:rPr>
              <a:t>2- Diagramas estructurales de datos (casos de uso, MER, MR)</a:t>
            </a:r>
            <a:endParaRPr lang="en-US" sz="2000" dirty="0">
              <a:ea typeface="+mn-lt"/>
              <a:cs typeface="+mn-lt"/>
            </a:endParaRPr>
          </a:p>
          <a:p>
            <a:r>
              <a:rPr lang="es-CO" sz="2000" dirty="0">
                <a:ea typeface="+mn-lt"/>
                <a:cs typeface="+mn-lt"/>
              </a:rPr>
              <a:t>3- Nuevo esquema de procesos con la solución implementada</a:t>
            </a:r>
            <a:endParaRPr lang="es-ES" dirty="0">
              <a:ea typeface="+mn-lt"/>
              <a:cs typeface="+mn-lt"/>
            </a:endParaRPr>
          </a:p>
        </p:txBody>
      </p:sp>
      <p:pic>
        <p:nvPicPr>
          <p:cNvPr id="2" name="Imagen 1">
            <a:extLst>
              <a:ext uri="{FF2B5EF4-FFF2-40B4-BE49-F238E27FC236}">
                <a16:creationId xmlns:a16="http://schemas.microsoft.com/office/drawing/2014/main" id="{61A8001C-DA34-08D1-3A64-86089674FB31}"/>
              </a:ext>
            </a:extLst>
          </p:cNvPr>
          <p:cNvPicPr>
            <a:picLocks noChangeAspect="1"/>
          </p:cNvPicPr>
          <p:nvPr/>
        </p:nvPicPr>
        <p:blipFill>
          <a:blip r:embed="rId4"/>
          <a:stretch>
            <a:fillRect/>
          </a:stretch>
        </p:blipFill>
        <p:spPr>
          <a:xfrm>
            <a:off x="8967536" y="5153346"/>
            <a:ext cx="2527916" cy="929561"/>
          </a:xfrm>
          <a:prstGeom prst="rect">
            <a:avLst/>
          </a:prstGeom>
        </p:spPr>
      </p:pic>
    </p:spTree>
    <p:extLst>
      <p:ext uri="{BB962C8B-B14F-4D97-AF65-F5344CB8AC3E}">
        <p14:creationId xmlns:p14="http://schemas.microsoft.com/office/powerpoint/2010/main" val="610365739"/>
      </p:ext>
    </p:extLst>
  </p:cSld>
  <p:clrMapOvr>
    <a:masterClrMapping/>
  </p:clrMapOvr>
  <p:extLst>
    <p:ext uri="{6950BFC3-D8DA-4A85-94F7-54DA5524770B}">
      <p188:commentRel xmlns:p188="http://schemas.microsoft.com/office/powerpoint/2018/8/main" r:id="rId2"/>
    </p:ext>
  </p:extLs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ACE75F1-F343-8856-BC69-4BB6B82BF3E4}"/>
              </a:ext>
            </a:extLst>
          </p:cNvPr>
          <p:cNvSpPr txBox="1">
            <a:spLocks/>
          </p:cNvSpPr>
          <p:nvPr/>
        </p:nvSpPr>
        <p:spPr>
          <a:xfrm>
            <a:off x="456236" y="416689"/>
            <a:ext cx="9815809" cy="741563"/>
          </a:xfrm>
          <a:prstGeom prst="rect">
            <a:avLst/>
          </a:prstGeom>
          <a:ln>
            <a:noFill/>
          </a:ln>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s-ES" sz="3600" b="1" u="none" strike="noStrike" kern="1200" cap="none" spc="0" normalizeH="0" baseline="0" noProof="0" dirty="0">
                <a:ln>
                  <a:noFill/>
                </a:ln>
                <a:effectLst/>
                <a:uLnTx/>
                <a:uFillTx/>
                <a:latin typeface="WORK SANS BOLD ROMAN" pitchFamily="2" charset="77"/>
              </a:rPr>
              <a:t>Metodología</a:t>
            </a:r>
            <a:endParaRPr kumimoji="0" lang="es-CO" sz="3600" b="1" u="none" strike="noStrike" kern="1200" cap="none" spc="0" normalizeH="0" baseline="0" noProof="0" dirty="0">
              <a:ln>
                <a:noFill/>
              </a:ln>
              <a:effectLst/>
              <a:uLnTx/>
              <a:uFillTx/>
              <a:latin typeface="WORK SANS BOLD ROMAN" pitchFamily="2" charset="77"/>
            </a:endParaRPr>
          </a:p>
        </p:txBody>
      </p:sp>
      <p:sp>
        <p:nvSpPr>
          <p:cNvPr id="3" name="CuadroTexto 2">
            <a:extLst>
              <a:ext uri="{FF2B5EF4-FFF2-40B4-BE49-F238E27FC236}">
                <a16:creationId xmlns:a16="http://schemas.microsoft.com/office/drawing/2014/main" id="{A6C31FC2-6C63-0CB9-C78D-1723D5E9DD66}"/>
              </a:ext>
            </a:extLst>
          </p:cNvPr>
          <p:cNvSpPr txBox="1"/>
          <p:nvPr/>
        </p:nvSpPr>
        <p:spPr>
          <a:xfrm>
            <a:off x="456236" y="955346"/>
            <a:ext cx="3053318" cy="584775"/>
          </a:xfrm>
          <a:prstGeom prst="rect">
            <a:avLst/>
          </a:prstGeom>
          <a:noFill/>
        </p:spPr>
        <p:txBody>
          <a:bodyPr wrap="square" lIns="91440" tIns="45720" rIns="91440" bIns="45720" rtlCol="0" anchor="t">
            <a:spAutoFit/>
          </a:bodyPr>
          <a:lstStyle/>
          <a:p>
            <a:r>
              <a:rPr lang="es-CO" sz="1600" dirty="0">
                <a:latin typeface="Times New Roman"/>
                <a:cs typeface="Times New Roman"/>
              </a:rPr>
              <a:t>1- Listado de requerimientos</a:t>
            </a:r>
            <a:endParaRPr lang="en-US" dirty="0">
              <a:latin typeface="Times New Roman"/>
              <a:cs typeface="Times New Roman"/>
            </a:endParaRPr>
          </a:p>
          <a:p>
            <a:endParaRPr lang="es-CO" sz="1600" dirty="0">
              <a:latin typeface="Times New Roman"/>
              <a:cs typeface="Times New Roman"/>
            </a:endParaRPr>
          </a:p>
        </p:txBody>
      </p:sp>
      <p:sp>
        <p:nvSpPr>
          <p:cNvPr id="8" name="CuadroTexto 7">
            <a:extLst>
              <a:ext uri="{FF2B5EF4-FFF2-40B4-BE49-F238E27FC236}">
                <a16:creationId xmlns:a16="http://schemas.microsoft.com/office/drawing/2014/main" id="{63C1BC28-1A3C-95B9-ED9D-DE94B74B8590}"/>
              </a:ext>
            </a:extLst>
          </p:cNvPr>
          <p:cNvSpPr txBox="1"/>
          <p:nvPr/>
        </p:nvSpPr>
        <p:spPr>
          <a:xfrm>
            <a:off x="4459705" y="1158252"/>
            <a:ext cx="5181600" cy="523220"/>
          </a:xfrm>
          <a:prstGeom prst="rect">
            <a:avLst/>
          </a:prstGeom>
          <a:noFill/>
        </p:spPr>
        <p:txBody>
          <a:bodyPr wrap="square">
            <a:spAutoFit/>
          </a:bodyPr>
          <a:lstStyle/>
          <a:p>
            <a:r>
              <a:rPr lang="es-CO" sz="2800" dirty="0">
                <a:hlinkClick r:id="rId3"/>
              </a:rPr>
              <a:t>REQUERIMIENTOS</a:t>
            </a:r>
            <a:endParaRPr lang="es-CO" sz="2800" dirty="0"/>
          </a:p>
        </p:txBody>
      </p:sp>
      <p:pic>
        <p:nvPicPr>
          <p:cNvPr id="4" name="Google Shape;170;p13" title="chart (1).png">
            <a:extLst>
              <a:ext uri="{FF2B5EF4-FFF2-40B4-BE49-F238E27FC236}">
                <a16:creationId xmlns:a16="http://schemas.microsoft.com/office/drawing/2014/main" id="{C2CAF3F5-F7EF-35C2-4A59-2B4FEF96CF76}"/>
              </a:ext>
            </a:extLst>
          </p:cNvPr>
          <p:cNvPicPr preferRelativeResize="0"/>
          <p:nvPr/>
        </p:nvPicPr>
        <p:blipFill>
          <a:blip r:embed="rId4">
            <a:alphaModFix/>
          </a:blip>
          <a:stretch>
            <a:fillRect/>
          </a:stretch>
        </p:blipFill>
        <p:spPr>
          <a:xfrm>
            <a:off x="1695732" y="1658396"/>
            <a:ext cx="4400268" cy="4376316"/>
          </a:xfrm>
          <a:prstGeom prst="rect">
            <a:avLst/>
          </a:prstGeom>
          <a:noFill/>
          <a:ln>
            <a:noFill/>
          </a:ln>
        </p:spPr>
      </p:pic>
      <p:graphicFrame>
        <p:nvGraphicFramePr>
          <p:cNvPr id="5" name="Google Shape;171;p13">
            <a:extLst>
              <a:ext uri="{FF2B5EF4-FFF2-40B4-BE49-F238E27FC236}">
                <a16:creationId xmlns:a16="http://schemas.microsoft.com/office/drawing/2014/main" id="{7828DB33-A223-7C70-77C3-A1873A668C7D}"/>
              </a:ext>
            </a:extLst>
          </p:cNvPr>
          <p:cNvGraphicFramePr/>
          <p:nvPr>
            <p:extLst>
              <p:ext uri="{D42A27DB-BD31-4B8C-83A1-F6EECF244321}">
                <p14:modId xmlns:p14="http://schemas.microsoft.com/office/powerpoint/2010/main" val="544631658"/>
              </p:ext>
            </p:extLst>
          </p:nvPr>
        </p:nvGraphicFramePr>
        <p:xfrm>
          <a:off x="6660335" y="1899815"/>
          <a:ext cx="4326100" cy="1828680"/>
        </p:xfrm>
        <a:graphic>
          <a:graphicData uri="http://schemas.openxmlformats.org/drawingml/2006/table">
            <a:tbl>
              <a:tblPr>
                <a:noFill/>
              </a:tblPr>
              <a:tblGrid>
                <a:gridCol w="2163050">
                  <a:extLst>
                    <a:ext uri="{9D8B030D-6E8A-4147-A177-3AD203B41FA5}">
                      <a16:colId xmlns:a16="http://schemas.microsoft.com/office/drawing/2014/main" val="20000"/>
                    </a:ext>
                  </a:extLst>
                </a:gridCol>
                <a:gridCol w="2163050">
                  <a:extLst>
                    <a:ext uri="{9D8B030D-6E8A-4147-A177-3AD203B41FA5}">
                      <a16:colId xmlns:a16="http://schemas.microsoft.com/office/drawing/2014/main" val="20001"/>
                    </a:ext>
                  </a:extLst>
                </a:gridCol>
              </a:tblGrid>
              <a:tr h="381000">
                <a:tc>
                  <a:txBody>
                    <a:bodyPr/>
                    <a:lstStyle/>
                    <a:p>
                      <a:pPr marL="0" lvl="0" indent="0" algn="l" rtl="0">
                        <a:spcBef>
                          <a:spcPts val="0"/>
                        </a:spcBef>
                        <a:spcAft>
                          <a:spcPts val="0"/>
                        </a:spcAft>
                        <a:buNone/>
                      </a:pPr>
                      <a:r>
                        <a:rPr lang="es-CO" dirty="0"/>
                        <a:t>Requerimientos</a:t>
                      </a:r>
                      <a:endParaRPr dirty="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dk2"/>
                    </a:solidFill>
                  </a:tcPr>
                </a:tc>
                <a:tc>
                  <a:txBody>
                    <a:bodyPr/>
                    <a:lstStyle/>
                    <a:p>
                      <a:pPr marL="0" lvl="0" indent="0" algn="l" rtl="0">
                        <a:spcBef>
                          <a:spcPts val="0"/>
                        </a:spcBef>
                        <a:spcAft>
                          <a:spcPts val="0"/>
                        </a:spcAft>
                        <a:buNone/>
                      </a:pPr>
                      <a:r>
                        <a:rPr lang="es-CO"/>
                        <a:t>Resultado</a:t>
                      </a:r>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dk2"/>
                    </a:solidFill>
                  </a:tcPr>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Clr>
                          <a:schemeClr val="dk1"/>
                        </a:buClr>
                        <a:buSzPts val="1100"/>
                        <a:buFont typeface="Arial"/>
                        <a:buNone/>
                      </a:pPr>
                      <a:r>
                        <a:rPr lang="es-CO">
                          <a:solidFill>
                            <a:schemeClr val="dk1"/>
                          </a:solidFill>
                        </a:rPr>
                        <a:t>Funcionales</a:t>
                      </a:r>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r>
                        <a:rPr lang="es-CO"/>
                        <a:t>1080</a:t>
                      </a:r>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r>
                        <a:rPr lang="es-CO"/>
                        <a:t>No funcionales</a:t>
                      </a:r>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r>
                        <a:rPr lang="es-CO"/>
                        <a:t>384</a:t>
                      </a:r>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381000">
                <a:tc>
                  <a:txBody>
                    <a:bodyPr/>
                    <a:lstStyle/>
                    <a:p>
                      <a:pPr marL="0" lvl="0" indent="0" algn="l" rtl="0">
                        <a:spcBef>
                          <a:spcPts val="0"/>
                        </a:spcBef>
                        <a:spcAft>
                          <a:spcPts val="0"/>
                        </a:spcAft>
                        <a:buNone/>
                      </a:pPr>
                      <a:r>
                        <a:rPr lang="es-CO"/>
                        <a:t>Total</a:t>
                      </a:r>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r>
                        <a:rPr lang="es-CO" dirty="0"/>
                        <a:t>1464</a:t>
                      </a:r>
                      <a:endParaRPr dirty="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pic>
        <p:nvPicPr>
          <p:cNvPr id="6" name="Imagen 5">
            <a:extLst>
              <a:ext uri="{FF2B5EF4-FFF2-40B4-BE49-F238E27FC236}">
                <a16:creationId xmlns:a16="http://schemas.microsoft.com/office/drawing/2014/main" id="{08CD9D97-AC79-5E64-B1EC-CF21A82A621E}"/>
              </a:ext>
            </a:extLst>
          </p:cNvPr>
          <p:cNvPicPr>
            <a:picLocks noChangeAspect="1"/>
          </p:cNvPicPr>
          <p:nvPr/>
        </p:nvPicPr>
        <p:blipFill>
          <a:blip r:embed="rId5"/>
          <a:stretch>
            <a:fillRect/>
          </a:stretch>
        </p:blipFill>
        <p:spPr>
          <a:xfrm>
            <a:off x="9664084" y="-83455"/>
            <a:ext cx="2527916" cy="929561"/>
          </a:xfrm>
          <a:prstGeom prst="rect">
            <a:avLst/>
          </a:prstGeom>
        </p:spPr>
      </p:pic>
      <p:graphicFrame>
        <p:nvGraphicFramePr>
          <p:cNvPr id="7" name="Google Shape;171;p13">
            <a:extLst>
              <a:ext uri="{FF2B5EF4-FFF2-40B4-BE49-F238E27FC236}">
                <a16:creationId xmlns:a16="http://schemas.microsoft.com/office/drawing/2014/main" id="{B195F237-760B-D156-C909-1D7051A073DC}"/>
              </a:ext>
            </a:extLst>
          </p:cNvPr>
          <p:cNvGraphicFramePr/>
          <p:nvPr>
            <p:extLst>
              <p:ext uri="{D42A27DB-BD31-4B8C-83A1-F6EECF244321}">
                <p14:modId xmlns:p14="http://schemas.microsoft.com/office/powerpoint/2010/main" val="262373518"/>
              </p:ext>
            </p:extLst>
          </p:nvPr>
        </p:nvGraphicFramePr>
        <p:xfrm>
          <a:off x="6761701" y="3946838"/>
          <a:ext cx="4123367" cy="2199365"/>
        </p:xfrm>
        <a:graphic>
          <a:graphicData uri="http://schemas.openxmlformats.org/drawingml/2006/table">
            <a:tbl>
              <a:tblPr>
                <a:noFill/>
              </a:tblPr>
              <a:tblGrid>
                <a:gridCol w="3350414">
                  <a:extLst>
                    <a:ext uri="{9D8B030D-6E8A-4147-A177-3AD203B41FA5}">
                      <a16:colId xmlns:a16="http://schemas.microsoft.com/office/drawing/2014/main" val="20000"/>
                    </a:ext>
                  </a:extLst>
                </a:gridCol>
                <a:gridCol w="772953">
                  <a:extLst>
                    <a:ext uri="{9D8B030D-6E8A-4147-A177-3AD203B41FA5}">
                      <a16:colId xmlns:a16="http://schemas.microsoft.com/office/drawing/2014/main" val="20001"/>
                    </a:ext>
                  </a:extLst>
                </a:gridCol>
              </a:tblGrid>
              <a:tr h="539256">
                <a:tc>
                  <a:txBody>
                    <a:bodyPr/>
                    <a:lstStyle/>
                    <a:p>
                      <a:pPr marL="0" lvl="0" indent="0" algn="l" rtl="0">
                        <a:spcBef>
                          <a:spcPts val="0"/>
                        </a:spcBef>
                        <a:spcAft>
                          <a:spcPts val="0"/>
                        </a:spcAft>
                        <a:buNone/>
                      </a:pPr>
                      <a:r>
                        <a:rPr lang="es-CO" sz="1800" b="1" i="0" kern="1200" dirty="0">
                          <a:solidFill>
                            <a:schemeClr val="tx1"/>
                          </a:solidFill>
                          <a:effectLst/>
                          <a:latin typeface="+mn-lt"/>
                          <a:ea typeface="+mn-ea"/>
                          <a:cs typeface="+mn-cs"/>
                        </a:rPr>
                        <a:t>Transaccionales </a:t>
                      </a:r>
                      <a:endParaRPr dirty="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bg1"/>
                    </a:solidFill>
                  </a:tcPr>
                </a:tc>
                <a:tc>
                  <a:txBody>
                    <a:bodyPr/>
                    <a:lstStyle/>
                    <a:p>
                      <a:pPr marL="0" lvl="0" indent="0" algn="l" rtl="0">
                        <a:spcBef>
                          <a:spcPts val="0"/>
                        </a:spcBef>
                        <a:spcAft>
                          <a:spcPts val="0"/>
                        </a:spcAft>
                        <a:buNone/>
                      </a:pPr>
                      <a:r>
                        <a:rPr lang="es-CO" sz="1800" b="1" i="0" kern="1200" dirty="0">
                          <a:solidFill>
                            <a:schemeClr val="tx1"/>
                          </a:solidFill>
                          <a:effectLst/>
                          <a:latin typeface="+mn-lt"/>
                          <a:ea typeface="+mn-ea"/>
                          <a:cs typeface="+mn-cs"/>
                        </a:rPr>
                        <a:t>6</a:t>
                      </a:r>
                      <a:endParaRPr dirty="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bg1"/>
                    </a:solidFill>
                  </a:tcPr>
                </a:tc>
                <a:extLst>
                  <a:ext uri="{0D108BD9-81ED-4DB2-BD59-A6C34878D82A}">
                    <a16:rowId xmlns:a16="http://schemas.microsoft.com/office/drawing/2014/main" val="10000"/>
                  </a:ext>
                </a:extLst>
              </a:tr>
              <a:tr h="745769">
                <a:tc>
                  <a:txBody>
                    <a:bodyPr/>
                    <a:lstStyle/>
                    <a:p>
                      <a:r>
                        <a:rPr lang="es-CO" sz="1800" b="1" i="0" kern="1200" dirty="0">
                          <a:solidFill>
                            <a:schemeClr val="tx1"/>
                          </a:solidFill>
                          <a:effectLst/>
                          <a:latin typeface="+mn-lt"/>
                          <a:ea typeface="+mn-ea"/>
                          <a:cs typeface="+mn-cs"/>
                        </a:rPr>
                        <a:t>Seguridad/autenticación + auditorías</a:t>
                      </a:r>
                      <a:endParaRPr lang="es-CO" sz="1800" b="0" i="0" kern="1200" dirty="0">
                        <a:solidFill>
                          <a:schemeClr val="tx1"/>
                        </a:solidFill>
                        <a:effectLst/>
                        <a:latin typeface="+mn-lt"/>
                        <a:ea typeface="+mn-ea"/>
                        <a:cs typeface="+mn-cs"/>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r>
                        <a:rPr lang="es-CO" sz="1800" b="1" i="0" kern="1200" dirty="0">
                          <a:solidFill>
                            <a:schemeClr val="tx1"/>
                          </a:solidFill>
                          <a:effectLst/>
                          <a:latin typeface="+mn-lt"/>
                          <a:ea typeface="+mn-ea"/>
                          <a:cs typeface="+mn-cs"/>
                        </a:rPr>
                        <a:t>7</a:t>
                      </a:r>
                      <a:endParaRPr dirty="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430989">
                <a:tc>
                  <a:txBody>
                    <a:bodyPr/>
                    <a:lstStyle/>
                    <a:p>
                      <a:r>
                        <a:rPr lang="es-CO" sz="1800" b="1" i="0" kern="1200" dirty="0">
                          <a:solidFill>
                            <a:schemeClr val="tx1"/>
                          </a:solidFill>
                          <a:effectLst/>
                          <a:latin typeface="+mn-lt"/>
                          <a:ea typeface="+mn-ea"/>
                          <a:cs typeface="+mn-cs"/>
                        </a:rPr>
                        <a:t>Maestras</a:t>
                      </a:r>
                      <a:endParaRPr lang="es-CO" sz="1800" b="0" i="0" kern="1200" dirty="0">
                        <a:solidFill>
                          <a:schemeClr val="tx1"/>
                        </a:solidFill>
                        <a:effectLst/>
                        <a:latin typeface="+mn-lt"/>
                        <a:ea typeface="+mn-ea"/>
                        <a:cs typeface="+mn-cs"/>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r>
                        <a:rPr lang="es-CO" sz="1800" b="1" i="0" kern="1200" dirty="0">
                          <a:solidFill>
                            <a:schemeClr val="tx1"/>
                          </a:solidFill>
                          <a:effectLst/>
                          <a:latin typeface="+mn-lt"/>
                          <a:ea typeface="+mn-ea"/>
                          <a:cs typeface="+mn-cs"/>
                        </a:rPr>
                        <a:t>7</a:t>
                      </a:r>
                      <a:endParaRPr dirty="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430989">
                <a:tc>
                  <a:txBody>
                    <a:bodyPr/>
                    <a:lstStyle/>
                    <a:p>
                      <a:pPr marL="0" lvl="0" indent="0" algn="l" rtl="0">
                        <a:spcBef>
                          <a:spcPts val="0"/>
                        </a:spcBef>
                        <a:spcAft>
                          <a:spcPts val="0"/>
                        </a:spcAft>
                        <a:buNone/>
                      </a:pPr>
                      <a:r>
                        <a:rPr lang="es-CO" sz="1800" b="1" i="0" kern="1200" dirty="0">
                          <a:solidFill>
                            <a:schemeClr val="tx1"/>
                          </a:solidFill>
                          <a:effectLst/>
                          <a:latin typeface="+mn-lt"/>
                          <a:ea typeface="+mn-ea"/>
                          <a:cs typeface="+mn-cs"/>
                        </a:rPr>
                        <a:t>Tablas total</a:t>
                      </a:r>
                      <a:endParaRPr dirty="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r>
                        <a:rPr lang="es-CO" sz="1800" b="1" i="0" kern="1200" dirty="0">
                          <a:solidFill>
                            <a:schemeClr val="tx1"/>
                          </a:solidFill>
                          <a:effectLst/>
                          <a:latin typeface="+mn-lt"/>
                          <a:ea typeface="+mn-ea"/>
                          <a:cs typeface="+mn-cs"/>
                        </a:rPr>
                        <a:t>20</a:t>
                      </a:r>
                      <a:endParaRPr dirty="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4010155226"/>
      </p:ext>
    </p:extLst>
  </p:cSld>
  <p:clrMapOvr>
    <a:masterClrMapping/>
  </p:clrMapOvr>
  <p:extLst>
    <p:ext uri="{6950BFC3-D8DA-4A85-94F7-54DA5524770B}">
      <p188:commentRel xmlns:p188="http://schemas.microsoft.com/office/powerpoint/2018/8/main" r:id="rId2"/>
    </p:ext>
  </p:extLs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7703B2-4763-7BD6-D10D-460F778AAE0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D5D4948F-B87D-3555-CCF2-5BBE49FA6A9B}"/>
              </a:ext>
            </a:extLst>
          </p:cNvPr>
          <p:cNvSpPr txBox="1">
            <a:spLocks/>
          </p:cNvSpPr>
          <p:nvPr/>
        </p:nvSpPr>
        <p:spPr>
          <a:xfrm>
            <a:off x="456236" y="416689"/>
            <a:ext cx="9815809" cy="741563"/>
          </a:xfrm>
          <a:prstGeom prst="rect">
            <a:avLst/>
          </a:prstGeom>
          <a:ln>
            <a:noFill/>
          </a:ln>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s-ES" sz="3600" b="1" u="none" strike="noStrike" kern="1200" cap="none" spc="0" normalizeH="0" baseline="0" noProof="0" dirty="0">
                <a:ln>
                  <a:noFill/>
                </a:ln>
                <a:effectLst/>
                <a:uLnTx/>
                <a:uFillTx/>
                <a:latin typeface="WORK SANS BOLD ROMAN" pitchFamily="2" charset="77"/>
              </a:rPr>
              <a:t>Metodología</a:t>
            </a:r>
            <a:endParaRPr kumimoji="0" lang="es-CO" sz="3600" b="1" u="none" strike="noStrike" kern="1200" cap="none" spc="0" normalizeH="0" baseline="0" noProof="0" dirty="0">
              <a:ln>
                <a:noFill/>
              </a:ln>
              <a:effectLst/>
              <a:uLnTx/>
              <a:uFillTx/>
              <a:latin typeface="WORK SANS BOLD ROMAN" pitchFamily="2" charset="77"/>
            </a:endParaRPr>
          </a:p>
        </p:txBody>
      </p:sp>
      <p:sp>
        <p:nvSpPr>
          <p:cNvPr id="3" name="CuadroTexto 2">
            <a:extLst>
              <a:ext uri="{FF2B5EF4-FFF2-40B4-BE49-F238E27FC236}">
                <a16:creationId xmlns:a16="http://schemas.microsoft.com/office/drawing/2014/main" id="{BBCC68C6-3BCA-C4E9-44C0-F3ADE5D3BAAF}"/>
              </a:ext>
            </a:extLst>
          </p:cNvPr>
          <p:cNvSpPr txBox="1"/>
          <p:nvPr/>
        </p:nvSpPr>
        <p:spPr>
          <a:xfrm>
            <a:off x="456236" y="955346"/>
            <a:ext cx="3053318" cy="584775"/>
          </a:xfrm>
          <a:prstGeom prst="rect">
            <a:avLst/>
          </a:prstGeom>
          <a:noFill/>
        </p:spPr>
        <p:txBody>
          <a:bodyPr wrap="square" lIns="91440" tIns="45720" rIns="91440" bIns="45720" rtlCol="0" anchor="t">
            <a:spAutoFit/>
          </a:bodyPr>
          <a:lstStyle/>
          <a:p>
            <a:r>
              <a:rPr lang="es-CO" sz="1600" dirty="0">
                <a:latin typeface="Times New Roman"/>
                <a:cs typeface="Times New Roman"/>
              </a:rPr>
              <a:t>1- Listado de requerimientos</a:t>
            </a:r>
            <a:endParaRPr lang="en-US" dirty="0">
              <a:latin typeface="Times New Roman"/>
              <a:cs typeface="Times New Roman"/>
            </a:endParaRPr>
          </a:p>
          <a:p>
            <a:endParaRPr lang="es-CO" sz="1600" dirty="0">
              <a:latin typeface="Times New Roman"/>
              <a:cs typeface="Times New Roman"/>
            </a:endParaRPr>
          </a:p>
        </p:txBody>
      </p:sp>
      <p:sp>
        <p:nvSpPr>
          <p:cNvPr id="8" name="CuadroTexto 7">
            <a:extLst>
              <a:ext uri="{FF2B5EF4-FFF2-40B4-BE49-F238E27FC236}">
                <a16:creationId xmlns:a16="http://schemas.microsoft.com/office/drawing/2014/main" id="{539B4437-B566-E48B-FE33-C9ADF8FD8F89}"/>
              </a:ext>
            </a:extLst>
          </p:cNvPr>
          <p:cNvSpPr txBox="1"/>
          <p:nvPr/>
        </p:nvSpPr>
        <p:spPr>
          <a:xfrm>
            <a:off x="4002572" y="1098646"/>
            <a:ext cx="5181600" cy="523220"/>
          </a:xfrm>
          <a:prstGeom prst="rect">
            <a:avLst/>
          </a:prstGeom>
          <a:noFill/>
        </p:spPr>
        <p:txBody>
          <a:bodyPr wrap="square">
            <a:spAutoFit/>
          </a:bodyPr>
          <a:lstStyle/>
          <a:p>
            <a:r>
              <a:rPr lang="es-CO" sz="2800" dirty="0"/>
              <a:t>Tablas mas transaccional</a:t>
            </a:r>
          </a:p>
        </p:txBody>
      </p:sp>
      <p:pic>
        <p:nvPicPr>
          <p:cNvPr id="6" name="Imagen 5">
            <a:extLst>
              <a:ext uri="{FF2B5EF4-FFF2-40B4-BE49-F238E27FC236}">
                <a16:creationId xmlns:a16="http://schemas.microsoft.com/office/drawing/2014/main" id="{C2A6C44A-5FEE-B8E0-301B-A5714D636E7A}"/>
              </a:ext>
            </a:extLst>
          </p:cNvPr>
          <p:cNvPicPr>
            <a:picLocks noChangeAspect="1"/>
          </p:cNvPicPr>
          <p:nvPr/>
        </p:nvPicPr>
        <p:blipFill>
          <a:blip r:embed="rId3"/>
          <a:stretch>
            <a:fillRect/>
          </a:stretch>
        </p:blipFill>
        <p:spPr>
          <a:xfrm>
            <a:off x="3509554" y="239760"/>
            <a:ext cx="2527916" cy="929561"/>
          </a:xfrm>
          <a:prstGeom prst="rect">
            <a:avLst/>
          </a:prstGeom>
        </p:spPr>
      </p:pic>
      <p:pic>
        <p:nvPicPr>
          <p:cNvPr id="9" name="Imagen 8">
            <a:extLst>
              <a:ext uri="{FF2B5EF4-FFF2-40B4-BE49-F238E27FC236}">
                <a16:creationId xmlns:a16="http://schemas.microsoft.com/office/drawing/2014/main" id="{80F84482-D420-C6D3-FFDD-850AEBFE7F6C}"/>
              </a:ext>
            </a:extLst>
          </p:cNvPr>
          <p:cNvPicPr>
            <a:picLocks noChangeAspect="1"/>
          </p:cNvPicPr>
          <p:nvPr/>
        </p:nvPicPr>
        <p:blipFill>
          <a:blip r:embed="rId4"/>
          <a:stretch>
            <a:fillRect/>
          </a:stretch>
        </p:blipFill>
        <p:spPr>
          <a:xfrm>
            <a:off x="1110274" y="1681472"/>
            <a:ext cx="9971452" cy="4748310"/>
          </a:xfrm>
          <a:prstGeom prst="rect">
            <a:avLst/>
          </a:prstGeom>
        </p:spPr>
      </p:pic>
    </p:spTree>
    <p:extLst>
      <p:ext uri="{BB962C8B-B14F-4D97-AF65-F5344CB8AC3E}">
        <p14:creationId xmlns:p14="http://schemas.microsoft.com/office/powerpoint/2010/main" val="1923454244"/>
      </p:ext>
    </p:extLst>
  </p:cSld>
  <p:clrMapOvr>
    <a:masterClrMapping/>
  </p:clrMapOvr>
  <p:extLst>
    <p:ext uri="{6950BFC3-D8DA-4A85-94F7-54DA5524770B}">
      <p188:commentRel xmlns:p188="http://schemas.microsoft.com/office/powerpoint/2018/8/main" r:id="rId2"/>
    </p:ext>
  </p:extLs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B56395-384E-C7A3-2AFA-936A71EBD25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96AAF15-62AE-D158-4821-37D11116594A}"/>
              </a:ext>
            </a:extLst>
          </p:cNvPr>
          <p:cNvSpPr txBox="1">
            <a:spLocks/>
          </p:cNvSpPr>
          <p:nvPr/>
        </p:nvSpPr>
        <p:spPr>
          <a:xfrm>
            <a:off x="456236" y="416689"/>
            <a:ext cx="9815809" cy="741563"/>
          </a:xfrm>
          <a:prstGeom prst="rect">
            <a:avLst/>
          </a:prstGeom>
          <a:ln>
            <a:noFill/>
          </a:ln>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s-ES" sz="3600" b="1" u="none" strike="noStrike" kern="1200" cap="none" spc="0" normalizeH="0" baseline="0" noProof="0" dirty="0">
                <a:ln>
                  <a:noFill/>
                </a:ln>
                <a:effectLst/>
                <a:uLnTx/>
                <a:uFillTx/>
                <a:latin typeface="WORK SANS BOLD ROMAN" pitchFamily="2" charset="77"/>
              </a:rPr>
              <a:t>Metodología</a:t>
            </a:r>
            <a:endParaRPr kumimoji="0" lang="es-CO" sz="3600" b="1" u="none" strike="noStrike" kern="1200" cap="none" spc="0" normalizeH="0" baseline="0" noProof="0" dirty="0">
              <a:ln>
                <a:noFill/>
              </a:ln>
              <a:effectLst/>
              <a:uLnTx/>
              <a:uFillTx/>
              <a:latin typeface="WORK SANS BOLD ROMAN" pitchFamily="2" charset="77"/>
            </a:endParaRPr>
          </a:p>
        </p:txBody>
      </p:sp>
      <p:sp>
        <p:nvSpPr>
          <p:cNvPr id="3" name="CuadroTexto 2">
            <a:extLst>
              <a:ext uri="{FF2B5EF4-FFF2-40B4-BE49-F238E27FC236}">
                <a16:creationId xmlns:a16="http://schemas.microsoft.com/office/drawing/2014/main" id="{211785BB-89BE-758F-F7EE-06B2FCBD1B23}"/>
              </a:ext>
            </a:extLst>
          </p:cNvPr>
          <p:cNvSpPr txBox="1"/>
          <p:nvPr/>
        </p:nvSpPr>
        <p:spPr>
          <a:xfrm>
            <a:off x="456236" y="946054"/>
            <a:ext cx="5518437" cy="584775"/>
          </a:xfrm>
          <a:prstGeom prst="rect">
            <a:avLst/>
          </a:prstGeom>
          <a:noFill/>
        </p:spPr>
        <p:txBody>
          <a:bodyPr wrap="square" lIns="91440" tIns="45720" rIns="91440" bIns="45720" rtlCol="0" anchor="t">
            <a:spAutoFit/>
          </a:bodyPr>
          <a:lstStyle/>
          <a:p>
            <a:r>
              <a:rPr lang="es-CO" sz="1600" dirty="0">
                <a:latin typeface="Work Sans Light Roman"/>
              </a:rPr>
              <a:t>Especificar:</a:t>
            </a:r>
          </a:p>
          <a:p>
            <a:r>
              <a:rPr lang="es-CO" sz="1600" dirty="0">
                <a:latin typeface="Work Sans Light Roman"/>
              </a:rPr>
              <a:t>2- Diagramas estructurales de datos (casos de uso, MER, MR)</a:t>
            </a:r>
          </a:p>
        </p:txBody>
      </p:sp>
      <p:sp>
        <p:nvSpPr>
          <p:cNvPr id="10" name="CuadroTexto 2">
            <a:extLst>
              <a:ext uri="{FF2B5EF4-FFF2-40B4-BE49-F238E27FC236}">
                <a16:creationId xmlns:a16="http://schemas.microsoft.com/office/drawing/2014/main" id="{2DB21563-97FF-4FFF-7229-9B0B253D58BE}"/>
              </a:ext>
            </a:extLst>
          </p:cNvPr>
          <p:cNvSpPr txBox="1"/>
          <p:nvPr/>
        </p:nvSpPr>
        <p:spPr>
          <a:xfrm>
            <a:off x="2349647" y="573477"/>
            <a:ext cx="5518437" cy="461665"/>
          </a:xfrm>
          <a:prstGeom prst="rect">
            <a:avLst/>
          </a:prstGeom>
          <a:noFill/>
        </p:spPr>
        <p:txBody>
          <a:bodyPr wrap="square" lIns="91440" tIns="45720" rIns="91440" bIns="45720" rtlCol="0" anchor="t">
            <a:spAutoFit/>
          </a:bodyPr>
          <a:lstStyle/>
          <a:p>
            <a:pPr algn="ctr"/>
            <a:r>
              <a:rPr lang="es-CO" sz="2400" dirty="0">
                <a:latin typeface="Work Sans Light Roman"/>
              </a:rPr>
              <a:t>Casos de uso</a:t>
            </a:r>
          </a:p>
        </p:txBody>
      </p:sp>
      <p:pic>
        <p:nvPicPr>
          <p:cNvPr id="7" name="Imagen 6">
            <a:extLst>
              <a:ext uri="{FF2B5EF4-FFF2-40B4-BE49-F238E27FC236}">
                <a16:creationId xmlns:a16="http://schemas.microsoft.com/office/drawing/2014/main" id="{3F421EDF-881F-CB9F-BE63-906D88C0702C}"/>
              </a:ext>
            </a:extLst>
          </p:cNvPr>
          <p:cNvPicPr>
            <a:picLocks noChangeAspect="1"/>
          </p:cNvPicPr>
          <p:nvPr/>
        </p:nvPicPr>
        <p:blipFill>
          <a:blip r:embed="rId3"/>
          <a:stretch>
            <a:fillRect/>
          </a:stretch>
        </p:blipFill>
        <p:spPr>
          <a:xfrm>
            <a:off x="2498312" y="1687617"/>
            <a:ext cx="7195375" cy="4802913"/>
          </a:xfrm>
          <a:prstGeom prst="rect">
            <a:avLst/>
          </a:prstGeom>
        </p:spPr>
      </p:pic>
      <p:pic>
        <p:nvPicPr>
          <p:cNvPr id="5" name="Imagen 4">
            <a:extLst>
              <a:ext uri="{FF2B5EF4-FFF2-40B4-BE49-F238E27FC236}">
                <a16:creationId xmlns:a16="http://schemas.microsoft.com/office/drawing/2014/main" id="{99058EA0-82B7-1E97-A23D-1EEE7F16A936}"/>
              </a:ext>
            </a:extLst>
          </p:cNvPr>
          <p:cNvPicPr>
            <a:picLocks noChangeAspect="1"/>
          </p:cNvPicPr>
          <p:nvPr/>
        </p:nvPicPr>
        <p:blipFill>
          <a:blip r:embed="rId4"/>
          <a:stretch>
            <a:fillRect/>
          </a:stretch>
        </p:blipFill>
        <p:spPr>
          <a:xfrm>
            <a:off x="9207848" y="308880"/>
            <a:ext cx="2527916" cy="929561"/>
          </a:xfrm>
          <a:prstGeom prst="rect">
            <a:avLst/>
          </a:prstGeom>
        </p:spPr>
      </p:pic>
    </p:spTree>
    <p:extLst>
      <p:ext uri="{BB962C8B-B14F-4D97-AF65-F5344CB8AC3E}">
        <p14:creationId xmlns:p14="http://schemas.microsoft.com/office/powerpoint/2010/main" val="1988322222"/>
      </p:ext>
    </p:extLst>
  </p:cSld>
  <p:clrMapOvr>
    <a:masterClrMapping/>
  </p:clrMapOvr>
  <p:extLst>
    <p:ext uri="{6950BFC3-D8DA-4A85-94F7-54DA5524770B}">
      <p188:commentRel xmlns:p188="http://schemas.microsoft.com/office/powerpoint/2018/8/main" r:id="rId2"/>
    </p:ext>
  </p:extLs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47DC6B-0728-CD23-439C-5B80DAD30FA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C606BC9-E40C-9F09-C9AC-23FA39819ED6}"/>
              </a:ext>
            </a:extLst>
          </p:cNvPr>
          <p:cNvSpPr txBox="1">
            <a:spLocks/>
          </p:cNvSpPr>
          <p:nvPr/>
        </p:nvSpPr>
        <p:spPr>
          <a:xfrm>
            <a:off x="456236" y="416689"/>
            <a:ext cx="9815809" cy="741563"/>
          </a:xfrm>
          <a:prstGeom prst="rect">
            <a:avLst/>
          </a:prstGeom>
          <a:ln>
            <a:noFill/>
          </a:ln>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s-ES" sz="3600" b="1" u="none" strike="noStrike" kern="1200" cap="none" spc="0" normalizeH="0" baseline="0" noProof="0" dirty="0">
                <a:ln>
                  <a:noFill/>
                </a:ln>
                <a:effectLst/>
                <a:uLnTx/>
                <a:uFillTx/>
                <a:latin typeface="WORK SANS BOLD ROMAN" pitchFamily="2" charset="77"/>
              </a:rPr>
              <a:t>Metodología</a:t>
            </a:r>
            <a:endParaRPr kumimoji="0" lang="es-CO" sz="3600" b="1" u="none" strike="noStrike" kern="1200" cap="none" spc="0" normalizeH="0" baseline="0" noProof="0" dirty="0">
              <a:ln>
                <a:noFill/>
              </a:ln>
              <a:effectLst/>
              <a:uLnTx/>
              <a:uFillTx/>
              <a:latin typeface="WORK SANS BOLD ROMAN" pitchFamily="2" charset="77"/>
            </a:endParaRPr>
          </a:p>
        </p:txBody>
      </p:sp>
      <p:sp>
        <p:nvSpPr>
          <p:cNvPr id="3" name="CuadroTexto 2">
            <a:extLst>
              <a:ext uri="{FF2B5EF4-FFF2-40B4-BE49-F238E27FC236}">
                <a16:creationId xmlns:a16="http://schemas.microsoft.com/office/drawing/2014/main" id="{F36B6709-B359-A376-B6FF-DF0C60024BA9}"/>
              </a:ext>
            </a:extLst>
          </p:cNvPr>
          <p:cNvSpPr txBox="1"/>
          <p:nvPr/>
        </p:nvSpPr>
        <p:spPr>
          <a:xfrm>
            <a:off x="456236" y="946054"/>
            <a:ext cx="9189891" cy="584775"/>
          </a:xfrm>
          <a:prstGeom prst="rect">
            <a:avLst/>
          </a:prstGeom>
          <a:noFill/>
        </p:spPr>
        <p:txBody>
          <a:bodyPr wrap="square" lIns="91440" tIns="45720" rIns="91440" bIns="45720" rtlCol="0" anchor="t">
            <a:spAutoFit/>
          </a:bodyPr>
          <a:lstStyle/>
          <a:p>
            <a:r>
              <a:rPr lang="es-CO" sz="1600" dirty="0">
                <a:latin typeface="Work Sans Light Roman"/>
              </a:rPr>
              <a:t>Especificar:</a:t>
            </a:r>
          </a:p>
          <a:p>
            <a:r>
              <a:rPr lang="es-CO" sz="1600" dirty="0">
                <a:latin typeface="Work Sans Light Roman"/>
              </a:rPr>
              <a:t>2- Diagramas estructurales de datos (casos de uso, MER, MR)</a:t>
            </a:r>
            <a:endParaRPr lang="es-CO" dirty="0">
              <a:latin typeface="Calibri"/>
              <a:ea typeface="Calibri"/>
              <a:cs typeface="Calibri"/>
            </a:endParaRPr>
          </a:p>
        </p:txBody>
      </p:sp>
      <p:sp>
        <p:nvSpPr>
          <p:cNvPr id="8" name="CuadroTexto 2">
            <a:extLst>
              <a:ext uri="{FF2B5EF4-FFF2-40B4-BE49-F238E27FC236}">
                <a16:creationId xmlns:a16="http://schemas.microsoft.com/office/drawing/2014/main" id="{7C7548EA-3198-EC57-7D54-9939E0907792}"/>
              </a:ext>
            </a:extLst>
          </p:cNvPr>
          <p:cNvSpPr txBox="1"/>
          <p:nvPr/>
        </p:nvSpPr>
        <p:spPr>
          <a:xfrm>
            <a:off x="916929" y="2478685"/>
            <a:ext cx="4447211" cy="2308324"/>
          </a:xfrm>
          <a:prstGeom prst="rect">
            <a:avLst/>
          </a:prstGeom>
          <a:noFill/>
        </p:spPr>
        <p:txBody>
          <a:bodyPr wrap="square" lIns="91440" tIns="45720" rIns="91440" bIns="45720" rtlCol="0" anchor="t">
            <a:spAutoFit/>
          </a:bodyPr>
          <a:ls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s-CO" sz="3600" dirty="0">
                <a:latin typeface="Work Sans Light Roman"/>
              </a:rPr>
              <a:t>MER  </a:t>
            </a:r>
            <a:r>
              <a:rPr lang="es-CO" sz="3600" dirty="0">
                <a:latin typeface="Work Sans Light Roman"/>
                <a:hlinkClick r:id="rId3"/>
              </a:rPr>
              <a:t>https://mermaid.ai/d/a806b4a5-34d9-4425-80bc-ef8613de0ffd</a:t>
            </a:r>
            <a:endParaRPr lang="es-CO" sz="3600" dirty="0">
              <a:latin typeface="Work Sans Light Roman"/>
            </a:endParaRPr>
          </a:p>
        </p:txBody>
      </p:sp>
      <p:sp>
        <p:nvSpPr>
          <p:cNvPr id="5" name="CuadroTexto 2">
            <a:extLst>
              <a:ext uri="{FF2B5EF4-FFF2-40B4-BE49-F238E27FC236}">
                <a16:creationId xmlns:a16="http://schemas.microsoft.com/office/drawing/2014/main" id="{AA28F5AC-918A-5F03-1562-CF2F45FE3D6A}"/>
              </a:ext>
            </a:extLst>
          </p:cNvPr>
          <p:cNvSpPr txBox="1"/>
          <p:nvPr/>
        </p:nvSpPr>
        <p:spPr>
          <a:xfrm>
            <a:off x="6084411" y="2478685"/>
            <a:ext cx="5156639" cy="2554545"/>
          </a:xfrm>
          <a:prstGeom prst="rect">
            <a:avLst/>
          </a:prstGeom>
          <a:noFill/>
        </p:spPr>
        <p:txBody>
          <a:bodyPr wrap="square" lIns="91440" tIns="45720" rIns="91440" bIns="45720" rtlCol="0" anchor="t">
            <a:spAutoFit/>
          </a:bodyPr>
          <a:ls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s-CO" sz="4000" dirty="0">
                <a:latin typeface="Work Sans Light Roman"/>
              </a:rPr>
              <a:t>MR   </a:t>
            </a:r>
            <a:r>
              <a:rPr lang="es-CO" sz="4000" dirty="0">
                <a:latin typeface="Work Sans Light Roman"/>
                <a:hlinkClick r:id="rId4"/>
              </a:rPr>
              <a:t>https://mermaid.ai/d/29c2b9ab-3c09-44c8-871e-13636b80d335</a:t>
            </a:r>
            <a:endParaRPr lang="es-CO" sz="4000" dirty="0">
              <a:latin typeface="Work Sans Light Roman"/>
            </a:endParaRPr>
          </a:p>
        </p:txBody>
      </p:sp>
      <p:pic>
        <p:nvPicPr>
          <p:cNvPr id="6" name="Imagen 5">
            <a:extLst>
              <a:ext uri="{FF2B5EF4-FFF2-40B4-BE49-F238E27FC236}">
                <a16:creationId xmlns:a16="http://schemas.microsoft.com/office/drawing/2014/main" id="{B5C9B77B-5A2A-F654-A0D6-B63483C9D6D5}"/>
              </a:ext>
            </a:extLst>
          </p:cNvPr>
          <p:cNvPicPr>
            <a:picLocks noChangeAspect="1"/>
          </p:cNvPicPr>
          <p:nvPr/>
        </p:nvPicPr>
        <p:blipFill>
          <a:blip r:embed="rId5"/>
          <a:stretch>
            <a:fillRect/>
          </a:stretch>
        </p:blipFill>
        <p:spPr>
          <a:xfrm>
            <a:off x="9321046" y="308880"/>
            <a:ext cx="2527916" cy="929561"/>
          </a:xfrm>
          <a:prstGeom prst="rect">
            <a:avLst/>
          </a:prstGeom>
        </p:spPr>
      </p:pic>
    </p:spTree>
    <p:extLst>
      <p:ext uri="{BB962C8B-B14F-4D97-AF65-F5344CB8AC3E}">
        <p14:creationId xmlns:p14="http://schemas.microsoft.com/office/powerpoint/2010/main" val="1630626755"/>
      </p:ext>
    </p:extLst>
  </p:cSld>
  <p:clrMapOvr>
    <a:masterClrMapping/>
  </p:clrMapOvr>
  <p:extLst>
    <p:ext uri="{6950BFC3-D8DA-4A85-94F7-54DA5524770B}">
      <p188:commentRel xmlns:p188="http://schemas.microsoft.com/office/powerpoint/2018/8/main" r:id="rId2"/>
    </p:ext>
  </p:extLs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B921C9-3507-11C5-F13A-58320ECA575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B13804DA-B92F-713C-5A25-89277F00ED45}"/>
              </a:ext>
            </a:extLst>
          </p:cNvPr>
          <p:cNvSpPr txBox="1">
            <a:spLocks/>
          </p:cNvSpPr>
          <p:nvPr/>
        </p:nvSpPr>
        <p:spPr>
          <a:xfrm>
            <a:off x="456236" y="416689"/>
            <a:ext cx="9815809" cy="741563"/>
          </a:xfrm>
          <a:prstGeom prst="rect">
            <a:avLst/>
          </a:prstGeom>
          <a:ln>
            <a:noFill/>
          </a:ln>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s-ES" sz="3600" b="1" u="none" strike="noStrike" kern="1200" cap="none" spc="0" normalizeH="0" baseline="0" noProof="0" dirty="0">
                <a:ln>
                  <a:noFill/>
                </a:ln>
                <a:effectLst/>
                <a:uLnTx/>
                <a:uFillTx/>
                <a:latin typeface="WORK SANS BOLD ROMAN" pitchFamily="2" charset="77"/>
              </a:rPr>
              <a:t>Metodología</a:t>
            </a:r>
            <a:endParaRPr kumimoji="0" lang="es-CO" sz="3600" b="1" u="none" strike="noStrike" kern="1200" cap="none" spc="0" normalizeH="0" baseline="0" noProof="0" dirty="0">
              <a:ln>
                <a:noFill/>
              </a:ln>
              <a:effectLst/>
              <a:uLnTx/>
              <a:uFillTx/>
              <a:latin typeface="WORK SANS BOLD ROMAN" pitchFamily="2" charset="77"/>
            </a:endParaRPr>
          </a:p>
        </p:txBody>
      </p:sp>
      <p:sp>
        <p:nvSpPr>
          <p:cNvPr id="3" name="CuadroTexto 2">
            <a:extLst>
              <a:ext uri="{FF2B5EF4-FFF2-40B4-BE49-F238E27FC236}">
                <a16:creationId xmlns:a16="http://schemas.microsoft.com/office/drawing/2014/main" id="{5324DA40-1ABE-073F-6C9F-5CD14F82F50E}"/>
              </a:ext>
            </a:extLst>
          </p:cNvPr>
          <p:cNvSpPr txBox="1"/>
          <p:nvPr/>
        </p:nvSpPr>
        <p:spPr>
          <a:xfrm>
            <a:off x="456236" y="946054"/>
            <a:ext cx="5013457" cy="553998"/>
          </a:xfrm>
          <a:prstGeom prst="rect">
            <a:avLst/>
          </a:prstGeom>
          <a:noFill/>
        </p:spPr>
        <p:txBody>
          <a:bodyPr wrap="square" lIns="91440" tIns="45720" rIns="91440" bIns="45720" rtlCol="0" anchor="t">
            <a:spAutoFit/>
          </a:bodyPr>
          <a:lstStyle/>
          <a:p>
            <a:r>
              <a:rPr lang="es-CO" sz="1600" dirty="0">
                <a:latin typeface="Work Sans Light Roman"/>
              </a:rPr>
              <a:t>Especificar:</a:t>
            </a:r>
            <a:endParaRPr lang="es-CO" sz="1100" dirty="0">
              <a:latin typeface="Work Sans Light Roman"/>
            </a:endParaRPr>
          </a:p>
          <a:p>
            <a:r>
              <a:rPr lang="en-US" sz="1400" dirty="0">
                <a:latin typeface="Calibri"/>
                <a:ea typeface="Calibri"/>
                <a:cs typeface="Calibri"/>
              </a:rPr>
              <a:t>3 - Nuevo esquema de procesos con la solución implementada</a:t>
            </a:r>
            <a:endParaRPr lang="es-CO" sz="1400" dirty="0">
              <a:ea typeface="Calibri" panose="020F0502020204030204"/>
              <a:cs typeface="Calibri" panose="020F0502020204030204"/>
            </a:endParaRPr>
          </a:p>
        </p:txBody>
      </p:sp>
      <p:pic>
        <p:nvPicPr>
          <p:cNvPr id="8" name="Graphic 7">
            <a:extLst>
              <a:ext uri="{FF2B5EF4-FFF2-40B4-BE49-F238E27FC236}">
                <a16:creationId xmlns:a16="http://schemas.microsoft.com/office/drawing/2014/main" id="{A5A38BA6-D251-92F7-3780-48E0980745F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75677" y="1500052"/>
            <a:ext cx="4174573" cy="2603008"/>
          </a:xfrm>
          <a:prstGeom prst="rect">
            <a:avLst/>
          </a:prstGeom>
        </p:spPr>
      </p:pic>
      <p:pic>
        <p:nvPicPr>
          <p:cNvPr id="10" name="Graphic 9">
            <a:extLst>
              <a:ext uri="{FF2B5EF4-FFF2-40B4-BE49-F238E27FC236}">
                <a16:creationId xmlns:a16="http://schemas.microsoft.com/office/drawing/2014/main" id="{598B1D5F-5A9F-7CC8-789A-F371ABE1021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76064" y="3809725"/>
            <a:ext cx="4174573" cy="2098568"/>
          </a:xfrm>
          <a:prstGeom prst="rect">
            <a:avLst/>
          </a:prstGeom>
        </p:spPr>
      </p:pic>
      <p:pic>
        <p:nvPicPr>
          <p:cNvPr id="9" name="Gráfico 8">
            <a:extLst>
              <a:ext uri="{FF2B5EF4-FFF2-40B4-BE49-F238E27FC236}">
                <a16:creationId xmlns:a16="http://schemas.microsoft.com/office/drawing/2014/main" id="{F9AAB9EC-5618-8D8E-90D2-8E871FFA104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20378" y="3809725"/>
            <a:ext cx="4443762" cy="2702796"/>
          </a:xfrm>
          <a:prstGeom prst="rect">
            <a:avLst/>
          </a:prstGeom>
        </p:spPr>
      </p:pic>
      <p:pic>
        <p:nvPicPr>
          <p:cNvPr id="13" name="Gráfico 12">
            <a:extLst>
              <a:ext uri="{FF2B5EF4-FFF2-40B4-BE49-F238E27FC236}">
                <a16:creationId xmlns:a16="http://schemas.microsoft.com/office/drawing/2014/main" id="{7CF0E539-2338-6915-4FEA-E6E4F06E313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505184" y="1540877"/>
            <a:ext cx="4145453" cy="2521358"/>
          </a:xfrm>
          <a:prstGeom prst="rect">
            <a:avLst/>
          </a:prstGeom>
        </p:spPr>
      </p:pic>
      <p:pic>
        <p:nvPicPr>
          <p:cNvPr id="5" name="Imagen 4">
            <a:extLst>
              <a:ext uri="{FF2B5EF4-FFF2-40B4-BE49-F238E27FC236}">
                <a16:creationId xmlns:a16="http://schemas.microsoft.com/office/drawing/2014/main" id="{4383A942-1B88-2F20-4CE4-35A074EB48A4}"/>
              </a:ext>
            </a:extLst>
          </p:cNvPr>
          <p:cNvPicPr>
            <a:picLocks noChangeAspect="1"/>
          </p:cNvPicPr>
          <p:nvPr/>
        </p:nvPicPr>
        <p:blipFill>
          <a:blip r:embed="rId7"/>
          <a:stretch>
            <a:fillRect/>
          </a:stretch>
        </p:blipFill>
        <p:spPr>
          <a:xfrm>
            <a:off x="3142259" y="167598"/>
            <a:ext cx="2527916" cy="929561"/>
          </a:xfrm>
          <a:prstGeom prst="rect">
            <a:avLst/>
          </a:prstGeom>
        </p:spPr>
      </p:pic>
    </p:spTree>
    <p:extLst>
      <p:ext uri="{BB962C8B-B14F-4D97-AF65-F5344CB8AC3E}">
        <p14:creationId xmlns:p14="http://schemas.microsoft.com/office/powerpoint/2010/main" val="3684434972"/>
      </p:ext>
    </p:extLst>
  </p:cSld>
  <p:clrMapOvr>
    <a:masterClrMapping/>
  </p:clrMapOvr>
  <p:extLst>
    <p:ext uri="{6950BFC3-D8DA-4A85-94F7-54DA5524770B}">
      <p188:commentRel xmlns:p188="http://schemas.microsoft.com/office/powerpoint/2018/8/main" r:id="rId2"/>
    </p:ext>
  </p:extLst>
</p:sld>
</file>

<file path=ppt/slides/slide1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Título 1">
            <a:extLst>
              <a:ext uri="{FF2B5EF4-FFF2-40B4-BE49-F238E27FC236}">
                <a16:creationId xmlns:a16="http://schemas.microsoft.com/office/drawing/2014/main" id="{BB6F714C-A6B0-54AE-507A-D0700714D94B}"/>
              </a:ext>
            </a:extLst>
          </p:cNvPr>
          <p:cNvSpPr txBox="1">
            <a:spLocks/>
          </p:cNvSpPr>
          <p:nvPr/>
        </p:nvSpPr>
        <p:spPr>
          <a:xfrm>
            <a:off x="456236" y="416690"/>
            <a:ext cx="9815809" cy="527874"/>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s-CO" sz="3600" b="1" u="none" strike="noStrike" kern="1200" cap="none" spc="0" normalizeH="0" baseline="0" noProof="0" dirty="0">
                <a:ln>
                  <a:noFill/>
                </a:ln>
                <a:solidFill>
                  <a:prstClr val="white"/>
                </a:solidFill>
                <a:effectLst/>
                <a:uLnTx/>
                <a:uFillTx/>
                <a:latin typeface="WORK SANS BOLD ROMAN" pitchFamily="2" charset="77"/>
              </a:rPr>
              <a:t>Cronograma</a:t>
            </a:r>
          </a:p>
        </p:txBody>
      </p:sp>
      <p:pic>
        <p:nvPicPr>
          <p:cNvPr id="2" name="Picture 1" descr="A white and black box with black text&#10;&#10;AI-generated content may be incorrect.">
            <a:extLst>
              <a:ext uri="{FF2B5EF4-FFF2-40B4-BE49-F238E27FC236}">
                <a16:creationId xmlns:a16="http://schemas.microsoft.com/office/drawing/2014/main" id="{6F7079A7-0924-504D-AC9E-700C66EF43B8}"/>
              </a:ext>
            </a:extLst>
          </p:cNvPr>
          <p:cNvPicPr>
            <a:picLocks noChangeAspect="1"/>
          </p:cNvPicPr>
          <p:nvPr/>
        </p:nvPicPr>
        <p:blipFill>
          <a:blip r:embed="rId3"/>
          <a:srcRect r="354" b="4469"/>
          <a:stretch>
            <a:fillRect/>
          </a:stretch>
        </p:blipFill>
        <p:spPr>
          <a:xfrm>
            <a:off x="330679" y="1527233"/>
            <a:ext cx="11717558" cy="4752092"/>
          </a:xfrm>
          <a:prstGeom prst="rect">
            <a:avLst/>
          </a:prstGeom>
        </p:spPr>
      </p:pic>
      <p:pic>
        <p:nvPicPr>
          <p:cNvPr id="4" name="Imagen 3">
            <a:extLst>
              <a:ext uri="{FF2B5EF4-FFF2-40B4-BE49-F238E27FC236}">
                <a16:creationId xmlns:a16="http://schemas.microsoft.com/office/drawing/2014/main" id="{90B57955-FA35-26A5-EE99-CDF15F037B4E}"/>
              </a:ext>
            </a:extLst>
          </p:cNvPr>
          <p:cNvPicPr>
            <a:picLocks noChangeAspect="1"/>
          </p:cNvPicPr>
          <p:nvPr/>
        </p:nvPicPr>
        <p:blipFill>
          <a:blip r:embed="rId4"/>
          <a:stretch>
            <a:fillRect/>
          </a:stretch>
        </p:blipFill>
        <p:spPr>
          <a:xfrm>
            <a:off x="8741663" y="191745"/>
            <a:ext cx="2315839" cy="851576"/>
          </a:xfrm>
          <a:prstGeom prst="rect">
            <a:avLst/>
          </a:prstGeom>
        </p:spPr>
      </p:pic>
    </p:spTree>
    <p:extLst>
      <p:ext uri="{BB962C8B-B14F-4D97-AF65-F5344CB8AC3E}">
        <p14:creationId xmlns:p14="http://schemas.microsoft.com/office/powerpoint/2010/main" val="226929244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ítulo 1">
            <a:extLst>
              <a:ext uri="{FF2B5EF4-FFF2-40B4-BE49-F238E27FC236}">
                <a16:creationId xmlns:a16="http://schemas.microsoft.com/office/drawing/2014/main" id="{BB6F714C-A6B0-54AE-507A-D0700714D94B}"/>
              </a:ext>
            </a:extLst>
          </p:cNvPr>
          <p:cNvSpPr txBox="1">
            <a:spLocks/>
          </p:cNvSpPr>
          <p:nvPr/>
        </p:nvSpPr>
        <p:spPr>
          <a:xfrm>
            <a:off x="456236" y="416690"/>
            <a:ext cx="9815809" cy="527874"/>
          </a:xfrm>
          <a:prstGeom prst="rect">
            <a:avLst/>
          </a:prstGeom>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s-CO" sz="3600" b="1" u="none" strike="noStrike" kern="1200" cap="none" spc="0" normalizeH="0" baseline="0" noProof="0" dirty="0">
                <a:ln>
                  <a:noFill/>
                </a:ln>
                <a:effectLst/>
                <a:uLnTx/>
                <a:uFillTx/>
                <a:latin typeface="WORK SANS BOLD ROMAN"/>
              </a:rPr>
              <a:t>Avances</a:t>
            </a:r>
          </a:p>
        </p:txBody>
      </p:sp>
      <p:sp>
        <p:nvSpPr>
          <p:cNvPr id="2" name="TextBox 1">
            <a:extLst>
              <a:ext uri="{FF2B5EF4-FFF2-40B4-BE49-F238E27FC236}">
                <a16:creationId xmlns:a16="http://schemas.microsoft.com/office/drawing/2014/main" id="{EC6EDBC5-9719-5298-F46B-FFD61D7493B8}"/>
              </a:ext>
            </a:extLst>
          </p:cNvPr>
          <p:cNvSpPr txBox="1"/>
          <p:nvPr/>
        </p:nvSpPr>
        <p:spPr>
          <a:xfrm>
            <a:off x="6853708" y="2782669"/>
            <a:ext cx="2020328"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600" dirty="0">
                <a:ea typeface="Calibri"/>
                <a:cs typeface="Calibri"/>
                <a:hlinkClick r:id="rId2"/>
              </a:rPr>
              <a:t>Click aqui</a:t>
            </a:r>
          </a:p>
        </p:txBody>
      </p:sp>
      <p:pic>
        <p:nvPicPr>
          <p:cNvPr id="3074" name="Picture 2" descr="GitHub Logo and symbol, meaning, history, PNG, brand">
            <a:extLst>
              <a:ext uri="{FF2B5EF4-FFF2-40B4-BE49-F238E27FC236}">
                <a16:creationId xmlns:a16="http://schemas.microsoft.com/office/drawing/2014/main" id="{50AFD77A-0689-42F1-6076-607F2152045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7532" y="1454332"/>
            <a:ext cx="6277913" cy="3531326"/>
          </a:xfrm>
          <a:prstGeom prst="rect">
            <a:avLst/>
          </a:prstGeom>
          <a:noFill/>
          <a:extLst>
            <a:ext uri="{909E8E84-426E-40DD-AFC4-6F175D3DCCD1}">
              <a14:hiddenFill xmlns:a14="http://schemas.microsoft.com/office/drawing/2010/main">
                <a:solidFill>
                  <a:srgbClr val="FFFFFF"/>
                </a:solidFill>
              </a14:hiddenFill>
            </a:ext>
          </a:extLst>
        </p:spPr>
      </p:pic>
      <p:pic>
        <p:nvPicPr>
          <p:cNvPr id="5" name="Imagen 4">
            <a:extLst>
              <a:ext uri="{FF2B5EF4-FFF2-40B4-BE49-F238E27FC236}">
                <a16:creationId xmlns:a16="http://schemas.microsoft.com/office/drawing/2014/main" id="{5756471E-A02B-A7F0-777E-512980C5A6B6}"/>
              </a:ext>
            </a:extLst>
          </p:cNvPr>
          <p:cNvPicPr>
            <a:picLocks noChangeAspect="1"/>
          </p:cNvPicPr>
          <p:nvPr/>
        </p:nvPicPr>
        <p:blipFill>
          <a:blip r:embed="rId4"/>
          <a:stretch>
            <a:fillRect/>
          </a:stretch>
        </p:blipFill>
        <p:spPr>
          <a:xfrm>
            <a:off x="9352547" y="5458146"/>
            <a:ext cx="2527916" cy="929561"/>
          </a:xfrm>
          <a:prstGeom prst="rect">
            <a:avLst/>
          </a:prstGeom>
        </p:spPr>
      </p:pic>
    </p:spTree>
    <p:extLst>
      <p:ext uri="{BB962C8B-B14F-4D97-AF65-F5344CB8AC3E}">
        <p14:creationId xmlns:p14="http://schemas.microsoft.com/office/powerpoint/2010/main" val="323052615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AD315877-408A-FAC0-3D27-3E54B856941F}"/>
              </a:ext>
            </a:extLst>
          </p:cNvPr>
          <p:cNvPicPr>
            <a:picLocks noChangeAspect="1"/>
          </p:cNvPicPr>
          <p:nvPr/>
        </p:nvPicPr>
        <p:blipFill>
          <a:blip r:embed="rId3"/>
          <a:stretch>
            <a:fillRect/>
          </a:stretch>
        </p:blipFill>
        <p:spPr>
          <a:xfrm>
            <a:off x="4832042" y="2202882"/>
            <a:ext cx="2527916" cy="929561"/>
          </a:xfrm>
          <a:prstGeom prst="rect">
            <a:avLst/>
          </a:prstGeom>
        </p:spPr>
      </p:pic>
    </p:spTree>
    <p:extLst>
      <p:ext uri="{BB962C8B-B14F-4D97-AF65-F5344CB8AC3E}">
        <p14:creationId xmlns:p14="http://schemas.microsoft.com/office/powerpoint/2010/main" val="2604626685"/>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308</TotalTime>
  <Words>334</Words>
  <Application>Microsoft Office PowerPoint</Application>
  <PresentationFormat>Panorámica</PresentationFormat>
  <Paragraphs>68</Paragraphs>
  <Slides>19</Slides>
  <Notes>0</Notes>
  <HiddenSlides>0</HiddenSlides>
  <MMClips>0</MMClips>
  <ScaleCrop>false</ScaleCrop>
  <HeadingPairs>
    <vt:vector size="6" baseType="variant">
      <vt:variant>
        <vt:lpstr>Fuentes usadas</vt:lpstr>
      </vt:variant>
      <vt:variant>
        <vt:i4>8</vt:i4>
      </vt:variant>
      <vt:variant>
        <vt:lpstr>Tema</vt:lpstr>
      </vt:variant>
      <vt:variant>
        <vt:i4>1</vt:i4>
      </vt:variant>
      <vt:variant>
        <vt:lpstr>Títulos de diapositiva</vt:lpstr>
      </vt:variant>
      <vt:variant>
        <vt:i4>19</vt:i4>
      </vt:variant>
    </vt:vector>
  </HeadingPairs>
  <TitlesOfParts>
    <vt:vector size="28" baseType="lpstr">
      <vt:lpstr>Arial</vt:lpstr>
      <vt:lpstr>Calibri</vt:lpstr>
      <vt:lpstr>Calibri Light</vt:lpstr>
      <vt:lpstr>Times New Roman</vt:lpstr>
      <vt:lpstr>Work Sans Bold Roman</vt:lpstr>
      <vt:lpstr>Work Sans Bold Roman</vt:lpstr>
      <vt:lpstr>Work Sans Light Roman</vt:lpstr>
      <vt:lpstr>Work Sans Medium Roman</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Jorge Enrique Pedraza Sanchez</dc:creator>
  <cp:lastModifiedBy>natalia barajas</cp:lastModifiedBy>
  <cp:revision>23</cp:revision>
  <dcterms:created xsi:type="dcterms:W3CDTF">2020-10-01T23:51:28Z</dcterms:created>
  <dcterms:modified xsi:type="dcterms:W3CDTF">2026-04-27T15:52:23Z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299739c-ad3d-4908-806e-4d91151a6e13_Enabled">
    <vt:lpwstr>true</vt:lpwstr>
  </property>
  <property fmtid="{D5CDD505-2E9C-101B-9397-08002B2CF9AE}" pid="3" name="MSIP_Label_1299739c-ad3d-4908-806e-4d91151a6e13_Method">
    <vt:lpwstr>Standard</vt:lpwstr>
  </property>
  <property fmtid="{D5CDD505-2E9C-101B-9397-08002B2CF9AE}" pid="4" name="MSIP_Label_1299739c-ad3d-4908-806e-4d91151a6e13_Name">
    <vt:lpwstr>All Employees (Unrestricted)</vt:lpwstr>
  </property>
  <property fmtid="{D5CDD505-2E9C-101B-9397-08002B2CF9AE}" pid="5" name="MSIP_Label_1299739c-ad3d-4908-806e-4d91151a6e13_SiteId">
    <vt:lpwstr>cbc2c381-2f2e-4d93-91d1-506c9316ace7</vt:lpwstr>
  </property>
  <property fmtid="{D5CDD505-2E9C-101B-9397-08002B2CF9AE}" pid="6" name="MSIP_Label_1299739c-ad3d-4908-806e-4d91151a6e13_ContentBits">
    <vt:lpwstr>0</vt:lpwstr>
  </property>
  <property fmtid="{D5CDD505-2E9C-101B-9397-08002B2CF9AE}" pid="7" name="MSIP_Label_1299739c-ad3d-4908-806e-4d91151a6e13_SetDate">
    <vt:lpwstr>2022-08-12T19:17:55Z</vt:lpwstr>
  </property>
  <property fmtid="{D5CDD505-2E9C-101B-9397-08002B2CF9AE}" pid="8" name="MSIP_Label_1299739c-ad3d-4908-806e-4d91151a6e13_ActionId">
    <vt:lpwstr>8c6bc714-34a9-4b82-914e-50b1377a2da4</vt:lpwstr>
  </property>
</Properties>
</file>